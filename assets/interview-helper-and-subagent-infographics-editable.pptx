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54e75b7afe46ac" /><Relationship Type="http://schemas.openxmlformats.org/officeDocument/2006/relationships/extended-properties" Target="/docProps/app.xml" Id="Reb8e61df4049438e" /><Relationship Type="http://schemas.openxmlformats.org/officeDocument/2006/relationships/officeDocument" Target="/ppt/presentation.xml" Id="R01c633be4e7f41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aff47e2eb14b78"/>
  </p:sldMasterIdLst>
  <p:notesMasterIdLst>
    <p:notesMasterId xmlns:r="http://schemas.openxmlformats.org/officeDocument/2006/relationships" r:id="R1434db041abe4c9d"/>
  </p:notesMasterIdLst>
  <p:sldIdLst>
    <p:sldId xmlns:r="http://schemas.openxmlformats.org/officeDocument/2006/relationships" id="256" r:id="R8dededf62c714726"/>
    <p:sldId xmlns:r="http://schemas.openxmlformats.org/officeDocument/2006/relationships" id="257" r:id="R92f4531c3ed34a7c"/>
    <p:sldId xmlns:r="http://schemas.openxmlformats.org/officeDocument/2006/relationships" id="258" r:id="R4e63c3e15e7e477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e8c25835824d77" /><Relationship Type="http://schemas.openxmlformats.org/officeDocument/2006/relationships/slideMaster" Target="/ppt/slideMasters/slideMaster1.xml" Id="R1baff47e2eb14b78" /><Relationship Type="http://schemas.openxmlformats.org/officeDocument/2006/relationships/notesMaster" Target="/ppt/notesMasters/notesMaster1.xml" Id="R1434db041abe4c9d" /><Relationship Type="http://schemas.openxmlformats.org/officeDocument/2006/relationships/presProps" Target="/ppt/presProps.xml" Id="Re28b31cbaa734029" /><Relationship Type="http://schemas.openxmlformats.org/officeDocument/2006/relationships/tableStyles" Target="/ppt/tableStyles.xml" Id="R07055fb6265544d0" /><Relationship Type="http://schemas.openxmlformats.org/officeDocument/2006/relationships/slide" Target="/ppt/slides/slide1.xml" Id="R8dededf62c714726" /><Relationship Type="http://schemas.openxmlformats.org/officeDocument/2006/relationships/slide" Target="/ppt/slides/slide2.xml" Id="R92f4531c3ed34a7c" /><Relationship Type="http://schemas.openxmlformats.org/officeDocument/2006/relationships/slide" Target="/ppt/slides/slide3.xml" Id="R4e63c3e15e7e47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c958867aa44f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4cad22f9bd4a26" /><Relationship Type="http://schemas.openxmlformats.org/officeDocument/2006/relationships/notesMaster" Target="/ppt/notesMasters/notesMaster1.xml" Id="R0cd39979aa2b47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77f188fd4146c2" /><Relationship Type="http://schemas.openxmlformats.org/officeDocument/2006/relationships/notesMaster" Target="/ppt/notesMasters/notesMaster1.xml" Id="R32715d06beb347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6400fa24e34a5e" /><Relationship Type="http://schemas.openxmlformats.org/officeDocument/2006/relationships/notesMaster" Target="/ppt/notesMasters/notesMaster1.xml" Id="R2098afca21e64f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47ac3abfb44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d6dd3012ae4e8f" /><Relationship Type="http://schemas.openxmlformats.org/officeDocument/2006/relationships/slideLayout" Target="/ppt/slideLayouts/slideLayout1.xml" Id="R994ed0b7f59642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4ed0b7f59642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20ff5a49943d1" /><Relationship Type="http://schemas.openxmlformats.org/officeDocument/2006/relationships/notesSlide" Target="/ppt/notesSlides/notesSlide1.xml" Id="Rca4b1394959847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c46526c8644a1" /><Relationship Type="http://schemas.openxmlformats.org/officeDocument/2006/relationships/notesSlide" Target="/ppt/notesSlides/notesSlide2.xml" Id="R3d115d714fe847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4c1dbcfb444f6" /><Relationship Type="http://schemas.openxmlformats.org/officeDocument/2006/relationships/notesSlide" Target="/ppt/notesSlides/notesSlide3.xml" Id="R72f84e2a0aea41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card">
            <a:extLst xmlns:a="http://schemas.openxmlformats.org/drawingml/2006/main">
              <a:ext uri="{FF2B5EF4-FFF2-40B4-BE49-F238E27FC236}">
                <a16:creationId xmlns:a16="http://schemas.microsoft.com/office/drawing/2014/main" id="{781DD85C-1D8A-41D7-AC50-AFECEB29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7068800" cy="9067800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E9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C898CFC-3759-4D8C-BF9E-F980F2CC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38250"/>
            <a:ext cx="5334000" cy="400050"/>
          </a:xfrm>
          <a:prstGeom xmlns:a="http://schemas.openxmlformats.org/drawingml/2006/main" prst="roundRect">
            <a:avLst>
              <a:gd name="adj" fmla="val 3809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INTERVIEW HELPER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66AA95-A1FC-4740-8C3B-5A332A39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47875"/>
            <a:ext cx="9715500" cy="1524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Private coaching from</a:t>
            </a:r>
          </a:p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evidence you prepared.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10E8A27-053D-4EC5-B89A-AF0A2740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95750"/>
            <a:ext cx="10001250" cy="87630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The app listens, matches interview questions to your Story Log,</a:t>
            </a:r>
          </a:p>
          <a:p xmlns:a="http://schemas.openxmlformats.org/drawingml/2006/main">
            <a:pPr algn="l">
              <a:defRPr sz="2400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and stays quiet when your notes do not support an answer.</a:t>
            </a:r>
          </a:p>
        </p:txBody>
      </p:sp>
      <p:sp>
        <p:nvSpPr>
          <p:cNvPr id="5" name="callout">
            <a:extLst xmlns:a="http://schemas.openxmlformats.org/drawingml/2006/main">
              <a:ext uri="{FF2B5EF4-FFF2-40B4-BE49-F238E27FC236}">
                <a16:creationId xmlns:a16="http://schemas.microsoft.com/office/drawing/2014/main" id="{AEBD6CD4-4D18-4DAA-AF51-FF8BE166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314450"/>
            <a:ext cx="417195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6" name="callout-title">
            <a:extLst xmlns:a="http://schemas.openxmlformats.org/drawingml/2006/main">
              <a:ext uri="{FF2B5EF4-FFF2-40B4-BE49-F238E27FC236}">
                <a16:creationId xmlns:a16="http://schemas.microsoft.com/office/drawing/2014/main" id="{BCD0F4E2-9E9F-455F-A0DE-82F3A465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733550"/>
            <a:ext cx="304800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Selling point</a:t>
            </a:r>
          </a:p>
        </p:txBody>
      </p:sp>
      <p:sp>
        <p:nvSpPr>
          <p:cNvPr id="7" name="callout-0-dot">
            <a:extLst xmlns:a="http://schemas.openxmlformats.org/drawingml/2006/main">
              <a:ext uri="{FF2B5EF4-FFF2-40B4-BE49-F238E27FC236}">
                <a16:creationId xmlns:a16="http://schemas.microsoft.com/office/drawing/2014/main" id="{3A59A3C4-2891-4495-B3C5-B30AB92E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371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llout-0-text">
            <a:extLst xmlns:a="http://schemas.openxmlformats.org/drawingml/2006/main">
              <a:ext uri="{FF2B5EF4-FFF2-40B4-BE49-F238E27FC236}">
                <a16:creationId xmlns:a16="http://schemas.microsoft.com/office/drawing/2014/main" id="{689A600B-6A43-4714-8D1D-68CD6062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2324100"/>
            <a:ext cx="33337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You prepare the evidence.</a:t>
            </a:r>
          </a:p>
        </p:txBody>
      </p:sp>
      <p:sp>
        <p:nvSpPr>
          <p:cNvPr id="9" name="callout-1-dot">
            <a:extLst xmlns:a="http://schemas.openxmlformats.org/drawingml/2006/main">
              <a:ext uri="{FF2B5EF4-FFF2-40B4-BE49-F238E27FC236}">
                <a16:creationId xmlns:a16="http://schemas.microsoft.com/office/drawing/2014/main" id="{4F405AF9-C575-487C-AA7B-163BB451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781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llout-1-text">
            <a:extLst xmlns:a="http://schemas.openxmlformats.org/drawingml/2006/main">
              <a:ext uri="{FF2B5EF4-FFF2-40B4-BE49-F238E27FC236}">
                <a16:creationId xmlns:a16="http://schemas.microsoft.com/office/drawing/2014/main" id="{D849BEBB-E738-41B8-AF22-58B6F7B5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2733675"/>
            <a:ext cx="33337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Only you see the coaching.</a:t>
            </a:r>
          </a:p>
        </p:txBody>
      </p:sp>
      <p:sp>
        <p:nvSpPr>
          <p:cNvPr id="11" name="callout-2-dot">
            <a:extLst xmlns:a="http://schemas.openxmlformats.org/drawingml/2006/main">
              <a:ext uri="{FF2B5EF4-FFF2-40B4-BE49-F238E27FC236}">
                <a16:creationId xmlns:a16="http://schemas.microsoft.com/office/drawing/2014/main" id="{5B88F2D8-8FF5-4E4E-907D-42AD9878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190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llout-2-text">
            <a:extLst xmlns:a="http://schemas.openxmlformats.org/drawingml/2006/main">
              <a:ext uri="{FF2B5EF4-FFF2-40B4-BE49-F238E27FC236}">
                <a16:creationId xmlns:a16="http://schemas.microsoft.com/office/drawing/2014/main" id="{F9C61733-8290-4CF0-A799-F26A2731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143250"/>
            <a:ext cx="33337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No invented answers.</a:t>
            </a:r>
          </a:p>
        </p:txBody>
      </p:sp>
      <p:sp>
        <p:nvSpPr>
          <p:cNvPr id="13" name="lane-before">
            <a:extLst xmlns:a="http://schemas.openxmlformats.org/drawingml/2006/main">
              <a:ext uri="{FF2B5EF4-FFF2-40B4-BE49-F238E27FC236}">
                <a16:creationId xmlns:a16="http://schemas.microsoft.com/office/drawing/2014/main" id="{DFC4B02F-12AF-44A4-93CD-BCF765D6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44767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14" name="lane-before-title">
            <a:extLst xmlns:a="http://schemas.openxmlformats.org/drawingml/2006/main">
              <a:ext uri="{FF2B5EF4-FFF2-40B4-BE49-F238E27FC236}">
                <a16:creationId xmlns:a16="http://schemas.microsoft.com/office/drawing/2014/main" id="{EBD43175-BA71-4A26-98D7-D971C59F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62650"/>
            <a:ext cx="24765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BEFORE THE CALL</a:t>
            </a:r>
          </a:p>
        </p:txBody>
      </p:sp>
      <p:sp>
        <p:nvSpPr>
          <p:cNvPr id="15" name="prepare-card">
            <a:extLst xmlns:a="http://schemas.openxmlformats.org/drawingml/2006/main">
              <a:ext uri="{FF2B5EF4-FFF2-40B4-BE49-F238E27FC236}">
                <a16:creationId xmlns:a16="http://schemas.microsoft.com/office/drawing/2014/main" id="{237DB7C0-80BA-4784-81DC-0D5AD991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438900"/>
            <a:ext cx="1714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DE4"/>
            </a:solidFill>
            <a:prstDash val="solid"/>
          </a:ln>
        </p:spPr>
      </p:sp>
      <p:sp>
        <p:nvSpPr>
          <p:cNvPr id="16" name="badge-1">
            <a:extLst xmlns:a="http://schemas.openxmlformats.org/drawingml/2006/main">
              <a:ext uri="{FF2B5EF4-FFF2-40B4-BE49-F238E27FC236}">
                <a16:creationId xmlns:a16="http://schemas.microsoft.com/office/drawing/2014/main" id="{B3F9D6E1-8FAC-4886-94B7-3A6759B5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572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dge-1-text">
            <a:extLst xmlns:a="http://schemas.openxmlformats.org/drawingml/2006/main">
              <a:ext uri="{FF2B5EF4-FFF2-40B4-BE49-F238E27FC236}">
                <a16:creationId xmlns:a16="http://schemas.microsoft.com/office/drawing/2014/main" id="{CA9F7A34-3DF9-4BD9-AC58-CF2CFFE0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66389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prepare-title">
            <a:extLst xmlns:a="http://schemas.openxmlformats.org/drawingml/2006/main">
              <a:ext uri="{FF2B5EF4-FFF2-40B4-BE49-F238E27FC236}">
                <a16:creationId xmlns:a16="http://schemas.microsoft.com/office/drawing/2014/main" id="{C9DB5D39-B33E-497F-A8B8-235E73D9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029450"/>
            <a:ext cx="1219200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19" name="before-arrow">
            <a:extLst xmlns:a="http://schemas.openxmlformats.org/drawingml/2006/main">
              <a:ext uri="{FF2B5EF4-FFF2-40B4-BE49-F238E27FC236}">
                <a16:creationId xmlns:a16="http://schemas.microsoft.com/office/drawing/2014/main" id="{7B638BA8-D136-4656-AFA3-0DCF8FF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858000"/>
            <a:ext cx="457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ory-log-card">
            <a:extLst xmlns:a="http://schemas.openxmlformats.org/drawingml/2006/main">
              <a:ext uri="{FF2B5EF4-FFF2-40B4-BE49-F238E27FC236}">
                <a16:creationId xmlns:a16="http://schemas.microsoft.com/office/drawing/2014/main" id="{5EAE9554-1829-4517-8573-8AE120B0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438900"/>
            <a:ext cx="1666875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DE4"/>
            </a:solidFill>
            <a:prstDash val="solid"/>
          </a:ln>
        </p:spPr>
      </p:sp>
      <p:sp>
        <p:nvSpPr>
          <p:cNvPr id="21" name="badge-2">
            <a:extLst xmlns:a="http://schemas.openxmlformats.org/drawingml/2006/main">
              <a:ext uri="{FF2B5EF4-FFF2-40B4-BE49-F238E27FC236}">
                <a16:creationId xmlns:a16="http://schemas.microsoft.com/office/drawing/2014/main" id="{BF2C518D-DF93-49F5-9D09-7CEC022E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572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dge-2-text">
            <a:extLst xmlns:a="http://schemas.openxmlformats.org/drawingml/2006/main">
              <a:ext uri="{FF2B5EF4-FFF2-40B4-BE49-F238E27FC236}">
                <a16:creationId xmlns:a16="http://schemas.microsoft.com/office/drawing/2014/main" id="{03D6AE64-1CF9-4B8F-AA46-E4366A91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66389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story-log-title">
            <a:extLst xmlns:a="http://schemas.openxmlformats.org/drawingml/2006/main">
              <a:ext uri="{FF2B5EF4-FFF2-40B4-BE49-F238E27FC236}">
                <a16:creationId xmlns:a16="http://schemas.microsoft.com/office/drawing/2014/main" id="{0845E6B2-0B64-4A57-AD3C-99802206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29450"/>
            <a:ext cx="1171575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Story Log</a:t>
            </a:r>
          </a:p>
        </p:txBody>
      </p:sp>
      <p:sp>
        <p:nvSpPr>
          <p:cNvPr id="24" name="before-caption">
            <a:extLst xmlns:a="http://schemas.openxmlformats.org/drawingml/2006/main">
              <a:ext uri="{FF2B5EF4-FFF2-40B4-BE49-F238E27FC236}">
                <a16:creationId xmlns:a16="http://schemas.microsoft.com/office/drawing/2014/main" id="{83ABEA86-F2E6-42CA-BFF3-2DF6331A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753350"/>
            <a:ext cx="219075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Your source of truth</a:t>
            </a:r>
          </a:p>
        </p:txBody>
      </p:sp>
      <p:sp>
        <p:nvSpPr>
          <p:cNvPr id="25" name="before-to-during">
            <a:extLst xmlns:a="http://schemas.openxmlformats.org/drawingml/2006/main">
              <a:ext uri="{FF2B5EF4-FFF2-40B4-BE49-F238E27FC236}">
                <a16:creationId xmlns:a16="http://schemas.microsoft.com/office/drawing/2014/main" id="{82DA4E22-7EF7-48E5-BB69-7592E7C4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781800"/>
            <a:ext cx="8191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ne-during">
            <a:extLst xmlns:a="http://schemas.openxmlformats.org/drawingml/2006/main">
              <a:ext uri="{FF2B5EF4-FFF2-40B4-BE49-F238E27FC236}">
                <a16:creationId xmlns:a16="http://schemas.microsoft.com/office/drawing/2014/main" id="{051DFC81-D280-4897-8BE7-C187AFD1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715000"/>
            <a:ext cx="4762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27" name="lane-during-title">
            <a:extLst xmlns:a="http://schemas.openxmlformats.org/drawingml/2006/main">
              <a:ext uri="{FF2B5EF4-FFF2-40B4-BE49-F238E27FC236}">
                <a16:creationId xmlns:a16="http://schemas.microsoft.com/office/drawing/2014/main" id="{52A85CB6-E335-4E95-B37B-9C3E86C1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962650"/>
            <a:ext cx="24765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DURING THE CALL</a:t>
            </a:r>
          </a:p>
        </p:txBody>
      </p:sp>
      <p:sp>
        <p:nvSpPr>
          <p:cNvPr id="28" name="listen-card">
            <a:extLst xmlns:a="http://schemas.openxmlformats.org/drawingml/2006/main">
              <a:ext uri="{FF2B5EF4-FFF2-40B4-BE49-F238E27FC236}">
                <a16:creationId xmlns:a16="http://schemas.microsoft.com/office/drawing/2014/main" id="{81CFF3AA-A034-4CE9-8903-681B9E7E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438900"/>
            <a:ext cx="1714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DE4"/>
            </a:solidFill>
            <a:prstDash val="solid"/>
          </a:ln>
        </p:spPr>
      </p:sp>
      <p:sp>
        <p:nvSpPr>
          <p:cNvPr id="29" name="badge-3">
            <a:extLst xmlns:a="http://schemas.openxmlformats.org/drawingml/2006/main">
              <a:ext uri="{FF2B5EF4-FFF2-40B4-BE49-F238E27FC236}">
                <a16:creationId xmlns:a16="http://schemas.microsoft.com/office/drawing/2014/main" id="{8D63FBD2-F4D4-46E6-B4CB-7A126029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572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dge-3-text">
            <a:extLst xmlns:a="http://schemas.openxmlformats.org/drawingml/2006/main">
              <a:ext uri="{FF2B5EF4-FFF2-40B4-BE49-F238E27FC236}">
                <a16:creationId xmlns:a16="http://schemas.microsoft.com/office/drawing/2014/main" id="{38CE3876-3F66-442A-86BD-9A3376F4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6389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listen-title">
            <a:extLst xmlns:a="http://schemas.openxmlformats.org/drawingml/2006/main">
              <a:ext uri="{FF2B5EF4-FFF2-40B4-BE49-F238E27FC236}">
                <a16:creationId xmlns:a16="http://schemas.microsoft.com/office/drawing/2014/main" id="{BA96EC4F-0C0E-4471-9D34-C08F22EB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029450"/>
            <a:ext cx="1219200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Listen</a:t>
            </a:r>
          </a:p>
        </p:txBody>
      </p:sp>
      <p:sp>
        <p:nvSpPr>
          <p:cNvPr id="32" name="listen-to-match">
            <a:extLst xmlns:a="http://schemas.openxmlformats.org/drawingml/2006/main">
              <a:ext uri="{FF2B5EF4-FFF2-40B4-BE49-F238E27FC236}">
                <a16:creationId xmlns:a16="http://schemas.microsoft.com/office/drawing/2014/main" id="{3245BE31-6A0A-4ACD-8E75-E1A42A2D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858000"/>
            <a:ext cx="457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atch-card">
            <a:extLst xmlns:a="http://schemas.openxmlformats.org/drawingml/2006/main">
              <a:ext uri="{FF2B5EF4-FFF2-40B4-BE49-F238E27FC236}">
                <a16:creationId xmlns:a16="http://schemas.microsoft.com/office/drawing/2014/main" id="{2608F363-3B7A-43AC-AF10-82C8EEEB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1905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9EB"/>
          </a:solidFill>
          <a:ln xmlns:a="http://schemas.openxmlformats.org/drawingml/2006/main" w="19050">
            <a:solidFill>
              <a:srgbClr val="C9922E"/>
            </a:solidFill>
            <a:prstDash val="solid"/>
          </a:ln>
        </p:spPr>
      </p:sp>
      <p:sp>
        <p:nvSpPr>
          <p:cNvPr id="34" name="badge-4">
            <a:extLst xmlns:a="http://schemas.openxmlformats.org/drawingml/2006/main">
              <a:ext uri="{FF2B5EF4-FFF2-40B4-BE49-F238E27FC236}">
                <a16:creationId xmlns:a16="http://schemas.microsoft.com/office/drawing/2014/main" id="{43AAF9FB-7B73-402D-B64A-0B0880C7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572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adge-4-text">
            <a:extLst xmlns:a="http://schemas.openxmlformats.org/drawingml/2006/main">
              <a:ext uri="{FF2B5EF4-FFF2-40B4-BE49-F238E27FC236}">
                <a16:creationId xmlns:a16="http://schemas.microsoft.com/office/drawing/2014/main" id="{06B8D800-1CB7-48E1-8D1E-42FA58F6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66389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match-title">
            <a:extLst xmlns:a="http://schemas.openxmlformats.org/drawingml/2006/main">
              <a:ext uri="{FF2B5EF4-FFF2-40B4-BE49-F238E27FC236}">
                <a16:creationId xmlns:a16="http://schemas.microsoft.com/office/drawing/2014/main" id="{130EE8BE-AC19-4642-8A32-F1A6C1A1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029450"/>
            <a:ext cx="1409700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37" name="no-match-a">
            <a:extLst xmlns:a="http://schemas.openxmlformats.org/drawingml/2006/main">
              <a:ext uri="{FF2B5EF4-FFF2-40B4-BE49-F238E27FC236}">
                <a16:creationId xmlns:a16="http://schemas.microsoft.com/office/drawing/2014/main" id="{6116924F-0FF6-46BF-A2B4-2AE810D8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867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B8C2"/>
            </a:solidFill>
            <a:prstDash val="dash"/>
          </a:ln>
        </p:spPr>
      </p:sp>
      <p:sp>
        <p:nvSpPr>
          <p:cNvPr id="38" name="no-match-b">
            <a:extLst xmlns:a="http://schemas.openxmlformats.org/drawingml/2006/main">
              <a:ext uri="{FF2B5EF4-FFF2-40B4-BE49-F238E27FC236}">
                <a16:creationId xmlns:a16="http://schemas.microsoft.com/office/drawing/2014/main" id="{34541711-92ED-4A56-9EAD-F5D9408C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39100"/>
            <a:ext cx="-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B8C2"/>
            </a:solidFill>
            <a:prstDash val="dash"/>
          </a:ln>
        </p:spPr>
      </p:sp>
      <p:sp>
        <p:nvSpPr>
          <p:cNvPr id="39" name="no-match">
            <a:extLst xmlns:a="http://schemas.openxmlformats.org/drawingml/2006/main">
              <a:ext uri="{FF2B5EF4-FFF2-40B4-BE49-F238E27FC236}">
                <a16:creationId xmlns:a16="http://schemas.microsoft.com/office/drawing/2014/main" id="{671D9B66-23C2-41C1-A6A3-8E644BD1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7905750"/>
            <a:ext cx="1905000" cy="2476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No match: stays quiet</a:t>
            </a:r>
          </a:p>
        </p:txBody>
      </p:sp>
      <p:sp>
        <p:nvSpPr>
          <p:cNvPr id="40" name="during-to-private">
            <a:extLst xmlns:a="http://schemas.openxmlformats.org/drawingml/2006/main">
              <a:ext uri="{FF2B5EF4-FFF2-40B4-BE49-F238E27FC236}">
                <a16:creationId xmlns:a16="http://schemas.microsoft.com/office/drawing/2014/main" id="{9D791256-B2B6-46E2-8539-E9687E3B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781800"/>
            <a:ext cx="8191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lane-private">
            <a:extLst xmlns:a="http://schemas.openxmlformats.org/drawingml/2006/main">
              <a:ext uri="{FF2B5EF4-FFF2-40B4-BE49-F238E27FC236}">
                <a16:creationId xmlns:a16="http://schemas.microsoft.com/office/drawing/2014/main" id="{7D5BDD4E-CF8F-4806-9A50-C5B3679D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5715000"/>
            <a:ext cx="40576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42" name="lane-private-title">
            <a:extLst xmlns:a="http://schemas.openxmlformats.org/drawingml/2006/main">
              <a:ext uri="{FF2B5EF4-FFF2-40B4-BE49-F238E27FC236}">
                <a16:creationId xmlns:a16="http://schemas.microsoft.com/office/drawing/2014/main" id="{C718A543-FD67-429A-8C32-DA319BEA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5962650"/>
            <a:ext cx="219075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ONLY YOU SEE</a:t>
            </a:r>
          </a:p>
        </p:txBody>
      </p:sp>
      <p:sp>
        <p:nvSpPr>
          <p:cNvPr id="43" name="private-dark">
            <a:extLst xmlns:a="http://schemas.openxmlformats.org/drawingml/2006/main">
              <a:ext uri="{FF2B5EF4-FFF2-40B4-BE49-F238E27FC236}">
                <a16:creationId xmlns:a16="http://schemas.microsoft.com/office/drawing/2014/main" id="{78862C26-9406-4029-B617-942A1921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6438900"/>
            <a:ext cx="3257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44" name="private-left-rail">
            <a:extLst xmlns:a="http://schemas.openxmlformats.org/drawingml/2006/main">
              <a:ext uri="{FF2B5EF4-FFF2-40B4-BE49-F238E27FC236}">
                <a16:creationId xmlns:a16="http://schemas.microsoft.com/office/drawing/2014/main" id="{B39839D8-242B-453C-95EE-8CA4359E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6648450"/>
            <a:ext cx="762000" cy="838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63245"/>
          </a:solidFill>
          <a:ln xmlns:a="http://schemas.openxmlformats.org/drawingml/2006/main" w="19050">
            <a:solidFill>
              <a:srgbClr val="3D4A61"/>
            </a:solidFill>
            <a:prstDash val="solid"/>
          </a:ln>
        </p:spPr>
      </p:sp>
      <p:sp>
        <p:nvSpPr>
          <p:cNvPr id="45" name="private-right-rail">
            <a:extLst xmlns:a="http://schemas.openxmlformats.org/drawingml/2006/main">
              <a:ext uri="{FF2B5EF4-FFF2-40B4-BE49-F238E27FC236}">
                <a16:creationId xmlns:a16="http://schemas.microsoft.com/office/drawing/2014/main" id="{EFF6E819-C348-481D-906D-3AF8552B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6648450"/>
            <a:ext cx="16383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46" name="private-overlay">
            <a:extLst xmlns:a="http://schemas.openxmlformats.org/drawingml/2006/main">
              <a:ext uri="{FF2B5EF4-FFF2-40B4-BE49-F238E27FC236}">
                <a16:creationId xmlns:a16="http://schemas.microsoft.com/office/drawing/2014/main" id="{BC7C9241-3008-4DCA-AFF3-3A154A41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6743700"/>
            <a:ext cx="1238250" cy="666750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Private</a:t>
            </a:r>
          </a:p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overlay</a:t>
            </a:r>
          </a:p>
        </p:txBody>
      </p:sp>
      <p:sp>
        <p:nvSpPr>
          <p:cNvPr id="47" name="private-teal-line">
            <a:extLst xmlns:a="http://schemas.openxmlformats.org/drawingml/2006/main">
              <a:ext uri="{FF2B5EF4-FFF2-40B4-BE49-F238E27FC236}">
                <a16:creationId xmlns:a16="http://schemas.microsoft.com/office/drawing/2014/main" id="{449E781F-D8AD-4F0D-8A0B-ED7EEBF9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7353300"/>
            <a:ext cx="1028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F95"/>
          </a:solidFill>
          <a:ln xmlns:a="http://schemas.openxmlformats.org/drawingml/2006/main" w="19050">
            <a:solidFill>
              <a:srgbClr val="2F7F95"/>
            </a:solidFill>
            <a:prstDash val="solid"/>
          </a:ln>
        </p:spPr>
      </p:sp>
      <p:sp>
        <p:nvSpPr>
          <p:cNvPr id="48" name="private-caption">
            <a:extLst xmlns:a="http://schemas.openxmlformats.org/drawingml/2006/main">
              <a:ext uri="{FF2B5EF4-FFF2-40B4-BE49-F238E27FC236}">
                <a16:creationId xmlns:a16="http://schemas.microsoft.com/office/drawing/2014/main" id="{56065B21-9F8C-4147-9E2E-514E1C28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772400"/>
            <a:ext cx="276225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Talking points, not a script</a:t>
            </a:r>
          </a:p>
        </p:txBody>
      </p:sp>
      <p:sp>
        <p:nvSpPr>
          <p:cNvPr id="4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1FCCFE3-2657-4144-9683-4EA875B5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6106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B8C2"/>
            </a:solidFill>
            <a:prstDash val="dash"/>
          </a:ln>
        </p:spPr>
      </p:sp>
      <p:sp>
        <p:nvSpPr>
          <p:cNvPr id="5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7D3D41A-3885-4BE3-9D8F-CE444D2D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915400"/>
            <a:ext cx="5334000" cy="400050"/>
          </a:xfrm>
          <a:prstGeom xmlns:a="http://schemas.openxmlformats.org/drawingml/2006/main" prst="roundRect">
            <a:avLst>
              <a:gd name="adj" fmla="val 3809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policani.net/resources.html#resources</a:t>
            </a:r>
          </a:p>
        </p:txBody>
      </p:sp>
      <p:sp>
        <p:nvSpPr>
          <p:cNvPr id="5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907097B-17D7-4BF2-BA91-1B763117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915400"/>
            <a:ext cx="6572250" cy="400050"/>
          </a:xfrm>
          <a:prstGeom xmlns:a="http://schemas.openxmlformats.org/drawingml/2006/main" prst="roundRect">
            <a:avLst>
              <a:gd name="adj" fmla="val 3809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No speaking. No typing. No invented answers.</a:t>
            </a:r>
          </a:p>
        </p:txBody>
      </p:sp>
    </p:spTree>
    <p:extLst>
      <p:ext uri="{BB962C8B-B14F-4D97-AF65-F5344CB8AC3E}">
        <p14:creationId xmlns:p14="http://schemas.microsoft.com/office/powerpoint/2010/main" val="118697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card">
            <a:extLst xmlns:a="http://schemas.openxmlformats.org/drawingml/2006/main">
              <a:ext uri="{FF2B5EF4-FFF2-40B4-BE49-F238E27FC236}">
                <a16:creationId xmlns:a16="http://schemas.microsoft.com/office/drawing/2014/main" id="{FCECB642-B885-444D-A775-AF20FCB6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7068800" cy="9067800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E9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42ADAE5-BC0D-4E53-A6B2-78D22B55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38250"/>
            <a:ext cx="5334000" cy="400050"/>
          </a:xfrm>
          <a:prstGeom xmlns:a="http://schemas.openxmlformats.org/drawingml/2006/main" prst="roundRect">
            <a:avLst>
              <a:gd name="adj" fmla="val 3809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AI WORKFLOW DESIGN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F43809-CE6F-4A82-9B9F-5167941C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47875"/>
            <a:ext cx="9715500" cy="1524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One router turns agent</a:t>
            </a:r>
          </a:p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sprawl into governed work.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23FFBE9-3FC1-4223-A2DF-76DFC539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95750"/>
            <a:ext cx="10001250" cy="87630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Route once, hand off tight context, and quality-gate the work</a:t>
            </a:r>
          </a:p>
          <a:p xmlns:a="http://schemas.openxmlformats.org/drawingml/2006/main">
            <a:pPr algn="l">
              <a:defRPr sz="2400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before it becomes the final answer.</a:t>
            </a:r>
          </a:p>
        </p:txBody>
      </p:sp>
      <p:sp>
        <p:nvSpPr>
          <p:cNvPr id="5" name="callout">
            <a:extLst xmlns:a="http://schemas.openxmlformats.org/drawingml/2006/main">
              <a:ext uri="{FF2B5EF4-FFF2-40B4-BE49-F238E27FC236}">
                <a16:creationId xmlns:a16="http://schemas.microsoft.com/office/drawing/2014/main" id="{53D82176-3381-4A52-AF4A-E7055E42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314450"/>
            <a:ext cx="417195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6" name="callout-title">
            <a:extLst xmlns:a="http://schemas.openxmlformats.org/drawingml/2006/main">
              <a:ext uri="{FF2B5EF4-FFF2-40B4-BE49-F238E27FC236}">
                <a16:creationId xmlns:a16="http://schemas.microsoft.com/office/drawing/2014/main" id="{A5B40A1D-8061-4365-B569-92BF54DD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733550"/>
            <a:ext cx="304800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it prevents</a:t>
            </a:r>
          </a:p>
        </p:txBody>
      </p:sp>
      <p:sp>
        <p:nvSpPr>
          <p:cNvPr id="7" name="callout-0-dot">
            <a:extLst xmlns:a="http://schemas.openxmlformats.org/drawingml/2006/main">
              <a:ext uri="{FF2B5EF4-FFF2-40B4-BE49-F238E27FC236}">
                <a16:creationId xmlns:a16="http://schemas.microsoft.com/office/drawing/2014/main" id="{7C4D869D-9570-4C2F-9EE4-E9DB022B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371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llout-0-text">
            <a:extLst xmlns:a="http://schemas.openxmlformats.org/drawingml/2006/main">
              <a:ext uri="{FF2B5EF4-FFF2-40B4-BE49-F238E27FC236}">
                <a16:creationId xmlns:a16="http://schemas.microsoft.com/office/drawing/2014/main" id="{A0A75904-1674-4961-BD67-993E892B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2324100"/>
            <a:ext cx="33337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Duplicate context.</a:t>
            </a:r>
          </a:p>
        </p:txBody>
      </p:sp>
      <p:sp>
        <p:nvSpPr>
          <p:cNvPr id="9" name="callout-1-dot">
            <a:extLst xmlns:a="http://schemas.openxmlformats.org/drawingml/2006/main">
              <a:ext uri="{FF2B5EF4-FFF2-40B4-BE49-F238E27FC236}">
                <a16:creationId xmlns:a16="http://schemas.microsoft.com/office/drawing/2014/main" id="{36AB76C1-E9E6-458A-9B6E-863D7806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781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llout-1-text">
            <a:extLst xmlns:a="http://schemas.openxmlformats.org/drawingml/2006/main">
              <a:ext uri="{FF2B5EF4-FFF2-40B4-BE49-F238E27FC236}">
                <a16:creationId xmlns:a16="http://schemas.microsoft.com/office/drawing/2014/main" id="{62631AC9-19CF-4E73-BE8B-4A6C03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2733675"/>
            <a:ext cx="33337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Overlapping roles.</a:t>
            </a:r>
          </a:p>
        </p:txBody>
      </p:sp>
      <p:sp>
        <p:nvSpPr>
          <p:cNvPr id="11" name="callout-2-dot">
            <a:extLst xmlns:a="http://schemas.openxmlformats.org/drawingml/2006/main">
              <a:ext uri="{FF2B5EF4-FFF2-40B4-BE49-F238E27FC236}">
                <a16:creationId xmlns:a16="http://schemas.microsoft.com/office/drawing/2014/main" id="{2571766D-B569-4D53-901E-79C55D62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190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llout-2-text">
            <a:extLst xmlns:a="http://schemas.openxmlformats.org/drawingml/2006/main">
              <a:ext uri="{FF2B5EF4-FFF2-40B4-BE49-F238E27FC236}">
                <a16:creationId xmlns:a16="http://schemas.microsoft.com/office/drawing/2014/main" id="{9E83311A-E216-49CC-B30C-3479E995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143250"/>
            <a:ext cx="33337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Ungated output.</a:t>
            </a:r>
          </a:p>
        </p:txBody>
      </p:sp>
      <p:sp>
        <p:nvSpPr>
          <p:cNvPr id="13" name="input-lane">
            <a:extLst xmlns:a="http://schemas.openxmlformats.org/drawingml/2006/main">
              <a:ext uri="{FF2B5EF4-FFF2-40B4-BE49-F238E27FC236}">
                <a16:creationId xmlns:a16="http://schemas.microsoft.com/office/drawing/2014/main" id="{95F58ED8-FEC7-4179-B6AC-BD57B7EB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2857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14" name="input-title">
            <a:extLst xmlns:a="http://schemas.openxmlformats.org/drawingml/2006/main">
              <a:ext uri="{FF2B5EF4-FFF2-40B4-BE49-F238E27FC236}">
                <a16:creationId xmlns:a16="http://schemas.microsoft.com/office/drawing/2014/main" id="{310610E4-AA54-490F-9E6F-B5841102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6265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5" name="request-card">
            <a:extLst xmlns:a="http://schemas.openxmlformats.org/drawingml/2006/main">
              <a:ext uri="{FF2B5EF4-FFF2-40B4-BE49-F238E27FC236}">
                <a16:creationId xmlns:a16="http://schemas.microsoft.com/office/drawing/2014/main" id="{8EB3936D-8E15-4313-93D7-70F1F882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438900"/>
            <a:ext cx="2286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DE4"/>
            </a:solidFill>
            <a:prstDash val="solid"/>
          </a:ln>
        </p:spPr>
      </p:sp>
      <p:sp>
        <p:nvSpPr>
          <p:cNvPr id="16" name="badge-1">
            <a:extLst xmlns:a="http://schemas.openxmlformats.org/drawingml/2006/main">
              <a:ext uri="{FF2B5EF4-FFF2-40B4-BE49-F238E27FC236}">
                <a16:creationId xmlns:a16="http://schemas.microsoft.com/office/drawing/2014/main" id="{FE492CA3-447F-4315-BE9B-1D824E2C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572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dge-1-text">
            <a:extLst xmlns:a="http://schemas.openxmlformats.org/drawingml/2006/main">
              <a:ext uri="{FF2B5EF4-FFF2-40B4-BE49-F238E27FC236}">
                <a16:creationId xmlns:a16="http://schemas.microsoft.com/office/drawing/2014/main" id="{984F933A-A288-4ECA-AC24-300D52D3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66389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request-title">
            <a:extLst xmlns:a="http://schemas.openxmlformats.org/drawingml/2006/main">
              <a:ext uri="{FF2B5EF4-FFF2-40B4-BE49-F238E27FC236}">
                <a16:creationId xmlns:a16="http://schemas.microsoft.com/office/drawing/2014/main" id="{8C7865EF-AB27-4E10-A616-218274F1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029450"/>
            <a:ext cx="1790700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9" name="input-router-arrow">
            <a:extLst xmlns:a="http://schemas.openxmlformats.org/drawingml/2006/main">
              <a:ext uri="{FF2B5EF4-FFF2-40B4-BE49-F238E27FC236}">
                <a16:creationId xmlns:a16="http://schemas.microsoft.com/office/drawing/2014/main" id="{5ADA5E2C-AF67-40A2-9FC0-0CC12BA8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781800"/>
            <a:ext cx="7239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outer-lane">
            <a:extLst xmlns:a="http://schemas.openxmlformats.org/drawingml/2006/main">
              <a:ext uri="{FF2B5EF4-FFF2-40B4-BE49-F238E27FC236}">
                <a16:creationId xmlns:a16="http://schemas.microsoft.com/office/drawing/2014/main" id="{D1539D3C-5865-42F6-AF31-F627BB6E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715000"/>
            <a:ext cx="3048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21" name="router-lane-title">
            <a:extLst xmlns:a="http://schemas.openxmlformats.org/drawingml/2006/main">
              <a:ext uri="{FF2B5EF4-FFF2-40B4-BE49-F238E27FC236}">
                <a16:creationId xmlns:a16="http://schemas.microsoft.com/office/drawing/2014/main" id="{0EC5C5C0-D9DD-4291-9BE3-B10B5B6A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962650"/>
            <a:ext cx="15240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22" name="router-outer">
            <a:extLst xmlns:a="http://schemas.openxmlformats.org/drawingml/2006/main">
              <a:ext uri="{FF2B5EF4-FFF2-40B4-BE49-F238E27FC236}">
                <a16:creationId xmlns:a16="http://schemas.microsoft.com/office/drawing/2014/main" id="{18C88699-1299-486A-886C-895CDDA3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150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19050">
            <a:solidFill>
              <a:srgbClr val="2F6F8F"/>
            </a:solidFill>
            <a:prstDash val="solid"/>
          </a:ln>
        </p:spPr>
      </p:sp>
      <p:sp>
        <p:nvSpPr>
          <p:cNvPr id="23" name="router-inner">
            <a:extLst xmlns:a="http://schemas.openxmlformats.org/drawingml/2006/main">
              <a:ext uri="{FF2B5EF4-FFF2-40B4-BE49-F238E27FC236}">
                <a16:creationId xmlns:a16="http://schemas.microsoft.com/office/drawing/2014/main" id="{9B58A412-5EA6-49DB-B4C2-E0385EAB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4579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outer-word">
            <a:extLst xmlns:a="http://schemas.openxmlformats.org/drawingml/2006/main">
              <a:ext uri="{FF2B5EF4-FFF2-40B4-BE49-F238E27FC236}">
                <a16:creationId xmlns:a16="http://schemas.microsoft.com/office/drawing/2014/main" id="{B72EC2D3-4A2B-464E-ABA4-C4F14AD8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772275"/>
            <a:ext cx="1524000" cy="323850"/>
          </a:xfrm>
          <a:prstGeom xmlns:a="http://schemas.openxmlformats.org/drawingml/2006/main" prst="roundRect">
            <a:avLst>
              <a:gd name="adj" fmla="val 4705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25" name="router-caption">
            <a:extLst xmlns:a="http://schemas.openxmlformats.org/drawingml/2006/main">
              <a:ext uri="{FF2B5EF4-FFF2-40B4-BE49-F238E27FC236}">
                <a16:creationId xmlns:a16="http://schemas.microsoft.com/office/drawing/2014/main" id="{2D7E3139-EEEA-4F96-806A-4B24C743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734300"/>
            <a:ext cx="257175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front door + token miser</a:t>
            </a:r>
          </a:p>
        </p:txBody>
      </p:sp>
      <p:sp>
        <p:nvSpPr>
          <p:cNvPr id="26" name="router-plan-arrow">
            <a:extLst xmlns:a="http://schemas.openxmlformats.org/drawingml/2006/main">
              <a:ext uri="{FF2B5EF4-FFF2-40B4-BE49-F238E27FC236}">
                <a16:creationId xmlns:a16="http://schemas.microsoft.com/office/drawing/2014/main" id="{053D7461-63E4-4475-9ACC-8D31ED19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781800"/>
            <a:ext cx="7239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lan-lane">
            <a:extLst xmlns:a="http://schemas.openxmlformats.org/drawingml/2006/main">
              <a:ext uri="{FF2B5EF4-FFF2-40B4-BE49-F238E27FC236}">
                <a16:creationId xmlns:a16="http://schemas.microsoft.com/office/drawing/2014/main" id="{472A3C21-738B-4DC0-8DD3-384487A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15000"/>
            <a:ext cx="3238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28" name="plan-title">
            <a:extLst xmlns:a="http://schemas.openxmlformats.org/drawingml/2006/main">
              <a:ext uri="{FF2B5EF4-FFF2-40B4-BE49-F238E27FC236}">
                <a16:creationId xmlns:a16="http://schemas.microsoft.com/office/drawing/2014/main" id="{A518B8AE-CB22-4C81-865C-889A45E0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962650"/>
            <a:ext cx="219075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MINIMUM PLAN</a:t>
            </a:r>
          </a:p>
        </p:txBody>
      </p:sp>
      <p:sp>
        <p:nvSpPr>
          <p:cNvPr id="29" name="plan-Strategy">
            <a:extLst xmlns:a="http://schemas.openxmlformats.org/drawingml/2006/main">
              <a:ext uri="{FF2B5EF4-FFF2-40B4-BE49-F238E27FC236}">
                <a16:creationId xmlns:a16="http://schemas.microsoft.com/office/drawing/2014/main" id="{BF48DE71-8AFC-4499-A2E3-2FAED917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77000"/>
            <a:ext cx="1047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19050">
            <a:solidFill>
              <a:srgbClr val="B8C8DC"/>
            </a:solidFill>
            <a:prstDash val="solid"/>
          </a:ln>
        </p:spPr>
      </p:sp>
      <p:sp>
        <p:nvSpPr>
          <p:cNvPr id="30" name="plan-Strategy-text">
            <a:extLst xmlns:a="http://schemas.openxmlformats.org/drawingml/2006/main">
              <a:ext uri="{FF2B5EF4-FFF2-40B4-BE49-F238E27FC236}">
                <a16:creationId xmlns:a16="http://schemas.microsoft.com/office/drawing/2014/main" id="{216A9077-8190-40FD-8B53-D86104B0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91300"/>
            <a:ext cx="8191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31" name="plan-Design">
            <a:extLst xmlns:a="http://schemas.openxmlformats.org/drawingml/2006/main">
              <a:ext uri="{FF2B5EF4-FFF2-40B4-BE49-F238E27FC236}">
                <a16:creationId xmlns:a16="http://schemas.microsoft.com/office/drawing/2014/main" id="{E0A155E4-93DC-4CEA-8667-D6F5ECB7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1047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19050">
            <a:solidFill>
              <a:srgbClr val="B8C8DC"/>
            </a:solidFill>
            <a:prstDash val="solid"/>
          </a:ln>
        </p:spPr>
      </p:sp>
      <p:sp>
        <p:nvSpPr>
          <p:cNvPr id="32" name="plan-Design-text">
            <a:extLst xmlns:a="http://schemas.openxmlformats.org/drawingml/2006/main">
              <a:ext uri="{FF2B5EF4-FFF2-40B4-BE49-F238E27FC236}">
                <a16:creationId xmlns:a16="http://schemas.microsoft.com/office/drawing/2014/main" id="{9AD6D788-7B39-43A2-A967-4C1E8828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91300"/>
            <a:ext cx="8191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33" name="plan-Verify">
            <a:extLst xmlns:a="http://schemas.openxmlformats.org/drawingml/2006/main">
              <a:ext uri="{FF2B5EF4-FFF2-40B4-BE49-F238E27FC236}">
                <a16:creationId xmlns:a16="http://schemas.microsoft.com/office/drawing/2014/main" id="{C064C1B1-86F1-47C2-8653-E9AECD42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7219950"/>
            <a:ext cx="1047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9EB"/>
          </a:solidFill>
          <a:ln xmlns:a="http://schemas.openxmlformats.org/drawingml/2006/main" w="19050">
            <a:solidFill>
              <a:srgbClr val="C9922E"/>
            </a:solidFill>
            <a:prstDash val="solid"/>
          </a:ln>
        </p:spPr>
      </p:sp>
      <p:sp>
        <p:nvSpPr>
          <p:cNvPr id="34" name="plan-Verify-text">
            <a:extLst xmlns:a="http://schemas.openxmlformats.org/drawingml/2006/main">
              <a:ext uri="{FF2B5EF4-FFF2-40B4-BE49-F238E27FC236}">
                <a16:creationId xmlns:a16="http://schemas.microsoft.com/office/drawing/2014/main" id="{4F8B7134-9050-4BDD-82A8-F8DEE08E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334250"/>
            <a:ext cx="8191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35" name="plan-Build">
            <a:extLst xmlns:a="http://schemas.openxmlformats.org/drawingml/2006/main">
              <a:ext uri="{FF2B5EF4-FFF2-40B4-BE49-F238E27FC236}">
                <a16:creationId xmlns:a16="http://schemas.microsoft.com/office/drawing/2014/main" id="{7E1A3112-F8A8-45B3-846A-B69F1315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219950"/>
            <a:ext cx="1047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CBD9DF"/>
            </a:solidFill>
            <a:prstDash val="solid"/>
          </a:ln>
        </p:spPr>
      </p:sp>
      <p:sp>
        <p:nvSpPr>
          <p:cNvPr id="36" name="plan-Build-text">
            <a:extLst xmlns:a="http://schemas.openxmlformats.org/drawingml/2006/main">
              <a:ext uri="{FF2B5EF4-FFF2-40B4-BE49-F238E27FC236}">
                <a16:creationId xmlns:a16="http://schemas.microsoft.com/office/drawing/2014/main" id="{9E29EC65-5A22-4865-A759-35EE9DBB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334250"/>
            <a:ext cx="8191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7" name="plan-link-1">
            <a:extLst xmlns:a="http://schemas.openxmlformats.org/drawingml/2006/main">
              <a:ext uri="{FF2B5EF4-FFF2-40B4-BE49-F238E27FC236}">
                <a16:creationId xmlns:a16="http://schemas.microsoft.com/office/drawing/2014/main" id="{F8A6B00C-5ACF-48EE-8158-A8D5B820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7056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B4C0"/>
            </a:solidFill>
            <a:prstDash val="dash"/>
          </a:ln>
        </p:spPr>
      </p:sp>
      <p:sp>
        <p:nvSpPr>
          <p:cNvPr id="38" name="plan-link-2">
            <a:extLst xmlns:a="http://schemas.openxmlformats.org/drawingml/2006/main">
              <a:ext uri="{FF2B5EF4-FFF2-40B4-BE49-F238E27FC236}">
                <a16:creationId xmlns:a16="http://schemas.microsoft.com/office/drawing/2014/main" id="{8CA051BA-6C5D-4870-A802-97689112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97230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B4C0"/>
            </a:solidFill>
            <a:prstDash val="dash"/>
          </a:ln>
        </p:spPr>
      </p:sp>
      <p:sp>
        <p:nvSpPr>
          <p:cNvPr id="39" name="plan-link-3">
            <a:extLst xmlns:a="http://schemas.openxmlformats.org/drawingml/2006/main">
              <a:ext uri="{FF2B5EF4-FFF2-40B4-BE49-F238E27FC236}">
                <a16:creationId xmlns:a16="http://schemas.microsoft.com/office/drawing/2014/main" id="{997F1954-B475-4B57-BCBE-D9D2EF30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74485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B4C0"/>
            </a:solidFill>
            <a:prstDash val="dash"/>
          </a:ln>
        </p:spPr>
      </p:sp>
      <p:sp>
        <p:nvSpPr>
          <p:cNvPr id="40" name="plan-caption">
            <a:extLst xmlns:a="http://schemas.openxmlformats.org/drawingml/2006/main">
              <a:ext uri="{FF2B5EF4-FFF2-40B4-BE49-F238E27FC236}">
                <a16:creationId xmlns:a16="http://schemas.microsoft.com/office/drawing/2014/main" id="{4C0BFE96-5645-443F-A3C0-DF275800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791450"/>
            <a:ext cx="3000375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context packets, not transcripts</a:t>
            </a:r>
          </a:p>
        </p:txBody>
      </p:sp>
      <p:sp>
        <p:nvSpPr>
          <p:cNvPr id="41" name="plan-gate-arrow">
            <a:extLst xmlns:a="http://schemas.openxmlformats.org/drawingml/2006/main">
              <a:ext uri="{FF2B5EF4-FFF2-40B4-BE49-F238E27FC236}">
                <a16:creationId xmlns:a16="http://schemas.microsoft.com/office/drawing/2014/main" id="{622F1496-127C-45EE-BF30-5ABCA616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781800"/>
            <a:ext cx="5524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quality-gate">
            <a:extLst xmlns:a="http://schemas.openxmlformats.org/drawingml/2006/main">
              <a:ext uri="{FF2B5EF4-FFF2-40B4-BE49-F238E27FC236}">
                <a16:creationId xmlns:a16="http://schemas.microsoft.com/office/drawing/2014/main" id="{167E6E1F-A29D-47CC-A8CD-356547E7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248400"/>
            <a:ext cx="1905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9EB"/>
          </a:solidFill>
          <a:ln xmlns:a="http://schemas.openxmlformats.org/drawingml/2006/main" w="19050">
            <a:solidFill>
              <a:srgbClr val="C9922E"/>
            </a:solidFill>
            <a:prstDash val="solid"/>
          </a:ln>
        </p:spPr>
      </p:sp>
      <p:sp>
        <p:nvSpPr>
          <p:cNvPr id="43" name="badge-3">
            <a:extLst xmlns:a="http://schemas.openxmlformats.org/drawingml/2006/main">
              <a:ext uri="{FF2B5EF4-FFF2-40B4-BE49-F238E27FC236}">
                <a16:creationId xmlns:a16="http://schemas.microsoft.com/office/drawing/2014/main" id="{2694FEDC-6014-4AC3-AC0A-652290B9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6419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adge-3-text">
            <a:extLst xmlns:a="http://schemas.openxmlformats.org/drawingml/2006/main">
              <a:ext uri="{FF2B5EF4-FFF2-40B4-BE49-F238E27FC236}">
                <a16:creationId xmlns:a16="http://schemas.microsoft.com/office/drawing/2014/main" id="{D1963C0A-1234-4FB0-84AA-E240E8C5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64865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5" name="quality-title">
            <a:extLst xmlns:a="http://schemas.openxmlformats.org/drawingml/2006/main">
              <a:ext uri="{FF2B5EF4-FFF2-40B4-BE49-F238E27FC236}">
                <a16:creationId xmlns:a16="http://schemas.microsoft.com/office/drawing/2014/main" id="{C564AD9D-B0D9-420F-86CC-AE184FF8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6496050"/>
            <a:ext cx="1524000" cy="666750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Quality</a:t>
            </a:r>
          </a:p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46" name="quality-copy">
            <a:extLst xmlns:a="http://schemas.openxmlformats.org/drawingml/2006/main">
              <a:ext uri="{FF2B5EF4-FFF2-40B4-BE49-F238E27FC236}">
                <a16:creationId xmlns:a16="http://schemas.microsoft.com/office/drawing/2014/main" id="{A05A2D2E-2D66-42C4-B6AD-C292850D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277100"/>
            <a:ext cx="1428750" cy="2476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scope, conflict</a:t>
            </a:r>
          </a:p>
        </p:txBody>
      </p:sp>
      <p:sp>
        <p:nvSpPr>
          <p:cNvPr id="47" name="gate-result-arrow">
            <a:extLst xmlns:a="http://schemas.openxmlformats.org/drawingml/2006/main">
              <a:ext uri="{FF2B5EF4-FFF2-40B4-BE49-F238E27FC236}">
                <a16:creationId xmlns:a16="http://schemas.microsoft.com/office/drawing/2014/main" id="{3A9112A3-8AA8-46CF-A02C-7369D814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6781800"/>
            <a:ext cx="5524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lean-result">
            <a:extLst xmlns:a="http://schemas.openxmlformats.org/drawingml/2006/main">
              <a:ext uri="{FF2B5EF4-FFF2-40B4-BE49-F238E27FC236}">
                <a16:creationId xmlns:a16="http://schemas.microsoft.com/office/drawing/2014/main" id="{544E7C0A-1F9F-445B-94F1-D64D3D88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6248400"/>
            <a:ext cx="16764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DE4"/>
            </a:solidFill>
            <a:prstDash val="solid"/>
          </a:ln>
        </p:spPr>
      </p:sp>
      <p:sp>
        <p:nvSpPr>
          <p:cNvPr id="49" name="clean-title">
            <a:extLst xmlns:a="http://schemas.openxmlformats.org/drawingml/2006/main">
              <a:ext uri="{FF2B5EF4-FFF2-40B4-BE49-F238E27FC236}">
                <a16:creationId xmlns:a16="http://schemas.microsoft.com/office/drawing/2014/main" id="{CFD5C1A5-5748-48FD-9190-DEE13456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6496050"/>
            <a:ext cx="1333500" cy="666750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Clean</a:t>
            </a:r>
          </a:p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50" name="clean-copy">
            <a:extLst xmlns:a="http://schemas.openxmlformats.org/drawingml/2006/main">
              <a:ext uri="{FF2B5EF4-FFF2-40B4-BE49-F238E27FC236}">
                <a16:creationId xmlns:a16="http://schemas.microsoft.com/office/drawing/2014/main" id="{72F87477-EFC8-4390-920A-C6064EC1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650" y="72771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context kept</a:t>
            </a:r>
          </a:p>
        </p:txBody>
      </p:sp>
      <p:sp>
        <p:nvSpPr>
          <p:cNvPr id="5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BC5CC17-B355-4250-8F66-54F70E1E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6106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B8C2"/>
            </a:solidFill>
            <a:prstDash val="dash"/>
          </a:ln>
        </p:spPr>
      </p:sp>
      <p:sp>
        <p:nvSpPr>
          <p:cNvPr id="5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F3CA856-0A0E-488E-8306-B54BED87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915400"/>
            <a:ext cx="5334000" cy="400050"/>
          </a:xfrm>
          <a:prstGeom xmlns:a="http://schemas.openxmlformats.org/drawingml/2006/main" prst="roundRect">
            <a:avLst>
              <a:gd name="adj" fmla="val 3809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policani.net/resources.html#ai-tools</a:t>
            </a:r>
          </a:p>
        </p:txBody>
      </p:sp>
      <p:sp>
        <p:nvSpPr>
          <p:cNvPr id="5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3EF90E0-724D-4EA3-ABEE-68455188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915400"/>
            <a:ext cx="6572250" cy="400050"/>
          </a:xfrm>
          <a:prstGeom xmlns:a="http://schemas.openxmlformats.org/drawingml/2006/main" prst="roundRect">
            <a:avLst>
              <a:gd name="adj" fmla="val 3809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Less token waste. Less rework. Less role sprawl.</a:t>
            </a:r>
          </a:p>
        </p:txBody>
      </p:sp>
    </p:spTree>
    <p:extLst>
      <p:ext uri="{BB962C8B-B14F-4D97-AF65-F5344CB8AC3E}">
        <p14:creationId xmlns:p14="http://schemas.microsoft.com/office/powerpoint/2010/main" val="24018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social">
            <a:extLst xmlns:a="http://schemas.openxmlformats.org/drawingml/2006/main">
              <a:ext uri="{FF2B5EF4-FFF2-40B4-BE49-F238E27FC236}">
                <a16:creationId xmlns:a16="http://schemas.microsoft.com/office/drawing/2014/main" id="{FB498C58-911F-46DD-9A7F-390B9DF0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23950"/>
            <a:ext cx="15849600" cy="803910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E9"/>
            </a:solidFill>
            <a:prstDash val="solid"/>
          </a:ln>
        </p:spPr>
      </p:sp>
      <p:sp>
        <p:nvSpPr>
          <p:cNvPr id="2" name="social-note">
            <a:extLst xmlns:a="http://schemas.openxmlformats.org/drawingml/2006/main">
              <a:ext uri="{FF2B5EF4-FFF2-40B4-BE49-F238E27FC236}">
                <a16:creationId xmlns:a16="http://schemas.microsoft.com/office/drawing/2014/main" id="{AEE6D69E-BFE8-48FA-BAA7-90F8F381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8750"/>
            <a:ext cx="723900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SOCIAL CARD SOURCE - resize/crop this slide after editing</a:t>
            </a:r>
          </a:p>
        </p:txBody>
      </p:sp>
      <p:sp>
        <p:nvSpPr>
          <p:cNvPr id="3" name="social-title">
            <a:extLst xmlns:a="http://schemas.openxmlformats.org/drawingml/2006/main">
              <a:ext uri="{FF2B5EF4-FFF2-40B4-BE49-F238E27FC236}">
                <a16:creationId xmlns:a16="http://schemas.microsoft.com/office/drawing/2014/main" id="{CF368960-7AD6-4CAF-AC70-55EB19BB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95500"/>
            <a:ext cx="8572500" cy="11430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One router turns agent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sprawl into governed work.</a:t>
            </a:r>
          </a:p>
        </p:txBody>
      </p:sp>
      <p:sp>
        <p:nvSpPr>
          <p:cNvPr id="4" name="social-subtitle">
            <a:extLst xmlns:a="http://schemas.openxmlformats.org/drawingml/2006/main">
              <a:ext uri="{FF2B5EF4-FFF2-40B4-BE49-F238E27FC236}">
                <a16:creationId xmlns:a16="http://schemas.microsoft.com/office/drawing/2014/main" id="{92689262-DDD7-451D-A178-C2792ABA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685800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Minimum roles. Tight handoffs. Quality gates.</a:t>
            </a:r>
          </a:p>
        </p:txBody>
      </p:sp>
      <p:sp>
        <p:nvSpPr>
          <p:cNvPr id="5" name="social-callout">
            <a:extLst xmlns:a="http://schemas.openxmlformats.org/drawingml/2006/main">
              <a:ext uri="{FF2B5EF4-FFF2-40B4-BE49-F238E27FC236}">
                <a16:creationId xmlns:a16="http://schemas.microsoft.com/office/drawing/2014/main" id="{32132059-60CA-4932-8541-1A5E83A3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09750"/>
            <a:ext cx="3429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6" name="social-callout-title">
            <a:extLst xmlns:a="http://schemas.openxmlformats.org/drawingml/2006/main">
              <a:ext uri="{FF2B5EF4-FFF2-40B4-BE49-F238E27FC236}">
                <a16:creationId xmlns:a16="http://schemas.microsoft.com/office/drawing/2014/main" id="{A8D7F252-5D25-42BA-B204-327062D9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1526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it prevents</a:t>
            </a:r>
          </a:p>
        </p:txBody>
      </p:sp>
      <p:sp>
        <p:nvSpPr>
          <p:cNvPr id="7" name="social-callout-copy">
            <a:extLst xmlns:a="http://schemas.openxmlformats.org/drawingml/2006/main">
              <a:ext uri="{FF2B5EF4-FFF2-40B4-BE49-F238E27FC236}">
                <a16:creationId xmlns:a16="http://schemas.microsoft.com/office/drawing/2014/main" id="{2E568DC2-3B52-4B36-8848-D4519C91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647950"/>
            <a:ext cx="2476500" cy="742950"/>
          </a:xfrm>
          <a:prstGeom xmlns:a="http://schemas.openxmlformats.org/drawingml/2006/main" prst="roundRect">
            <a:avLst>
              <a:gd name="adj" fmla="val 2051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Duplicate context.</a:t>
            </a:r>
          </a:p>
          <a:p xmlns:a="http://schemas.openxmlformats.org/drawingml/2006/main">
            <a:pPr algn="l">
              <a:defRPr sz="127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Overlapping roles.</a:t>
            </a:r>
          </a:p>
          <a:p xmlns:a="http://schemas.openxmlformats.org/drawingml/2006/main">
            <a:pPr algn="l">
              <a:defRPr sz="127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Ungated output.</a:t>
            </a:r>
          </a:p>
        </p:txBody>
      </p:sp>
      <p:sp>
        <p:nvSpPr>
          <p:cNvPr id="8" name="social-request-card">
            <a:extLst xmlns:a="http://schemas.openxmlformats.org/drawingml/2006/main">
              <a:ext uri="{FF2B5EF4-FFF2-40B4-BE49-F238E27FC236}">
                <a16:creationId xmlns:a16="http://schemas.microsoft.com/office/drawing/2014/main" id="{F6148235-BE26-4598-AAFE-F7666B81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34000"/>
            <a:ext cx="1809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DE4"/>
            </a:solidFill>
            <a:prstDash val="solid"/>
          </a:ln>
        </p:spPr>
      </p:sp>
      <p:sp>
        <p:nvSpPr>
          <p:cNvPr id="9" name="badge-1">
            <a:extLst xmlns:a="http://schemas.openxmlformats.org/drawingml/2006/main">
              <a:ext uri="{FF2B5EF4-FFF2-40B4-BE49-F238E27FC236}">
                <a16:creationId xmlns:a16="http://schemas.microsoft.com/office/drawing/2014/main" id="{9317B804-D59B-454F-9ADD-9C3678CE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6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dge-1-text">
            <a:extLst xmlns:a="http://schemas.openxmlformats.org/drawingml/2006/main">
              <a:ext uri="{FF2B5EF4-FFF2-40B4-BE49-F238E27FC236}">
                <a16:creationId xmlns:a16="http://schemas.microsoft.com/office/drawing/2014/main" id="{F4C62FA3-ADC8-49B4-AB99-3C530C3B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5340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social-request-title">
            <a:extLst xmlns:a="http://schemas.openxmlformats.org/drawingml/2006/main">
              <a:ext uri="{FF2B5EF4-FFF2-40B4-BE49-F238E27FC236}">
                <a16:creationId xmlns:a16="http://schemas.microsoft.com/office/drawing/2014/main" id="{54A9E077-BF87-4FCC-A6BA-43CADB38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924550"/>
            <a:ext cx="1314450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2" name="social-a1">
            <a:extLst xmlns:a="http://schemas.openxmlformats.org/drawingml/2006/main">
              <a:ext uri="{FF2B5EF4-FFF2-40B4-BE49-F238E27FC236}">
                <a16:creationId xmlns:a16="http://schemas.microsoft.com/office/drawing/2014/main" id="{8AB7E1CE-36C3-4C46-8796-AFF62B5E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72150"/>
            <a:ext cx="666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cial-router-outer">
            <a:extLst xmlns:a="http://schemas.openxmlformats.org/drawingml/2006/main">
              <a:ext uri="{FF2B5EF4-FFF2-40B4-BE49-F238E27FC236}">
                <a16:creationId xmlns:a16="http://schemas.microsoft.com/office/drawing/2014/main" id="{19718AB2-E040-4A5C-8654-713AF5BA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05425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19050">
            <a:solidFill>
              <a:srgbClr val="2F6F8F"/>
            </a:solidFill>
            <a:prstDash val="solid"/>
          </a:ln>
        </p:spPr>
      </p:sp>
      <p:sp>
        <p:nvSpPr>
          <p:cNvPr id="14" name="social-router-inner">
            <a:extLst xmlns:a="http://schemas.openxmlformats.org/drawingml/2006/main">
              <a:ext uri="{FF2B5EF4-FFF2-40B4-BE49-F238E27FC236}">
                <a16:creationId xmlns:a16="http://schemas.microsoft.com/office/drawing/2014/main" id="{B1258D77-9EBA-4596-A81A-AFA3029B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6197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ocial-router-word">
            <a:extLst xmlns:a="http://schemas.openxmlformats.org/drawingml/2006/main">
              <a:ext uri="{FF2B5EF4-FFF2-40B4-BE49-F238E27FC236}">
                <a16:creationId xmlns:a16="http://schemas.microsoft.com/office/drawing/2014/main" id="{A20162FD-65A8-4614-9D43-2274B568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905500"/>
            <a:ext cx="12954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16" name="social-a2">
            <a:extLst xmlns:a="http://schemas.openxmlformats.org/drawingml/2006/main">
              <a:ext uri="{FF2B5EF4-FFF2-40B4-BE49-F238E27FC236}">
                <a16:creationId xmlns:a16="http://schemas.microsoft.com/office/drawing/2014/main" id="{F64C8D22-A7C3-41A4-AEE8-46C34A7A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72150"/>
            <a:ext cx="666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cial-plan-box">
            <a:extLst xmlns:a="http://schemas.openxmlformats.org/drawingml/2006/main">
              <a:ext uri="{FF2B5EF4-FFF2-40B4-BE49-F238E27FC236}">
                <a16:creationId xmlns:a16="http://schemas.microsoft.com/office/drawing/2014/main" id="{3751E11A-D3E6-4D36-B540-BA385043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76850"/>
            <a:ext cx="24765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18" name="social-plan-title">
            <a:extLst xmlns:a="http://schemas.openxmlformats.org/drawingml/2006/main">
              <a:ext uri="{FF2B5EF4-FFF2-40B4-BE49-F238E27FC236}">
                <a16:creationId xmlns:a16="http://schemas.microsoft.com/office/drawing/2014/main" id="{28700A8F-AB35-40AF-A07A-68E8C471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505450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Minimum plan</a:t>
            </a:r>
          </a:p>
        </p:txBody>
      </p:sp>
      <p:sp>
        <p:nvSpPr>
          <p:cNvPr id="19" name="social-plan-copy">
            <a:extLst xmlns:a="http://schemas.openxmlformats.org/drawingml/2006/main">
              <a:ext uri="{FF2B5EF4-FFF2-40B4-BE49-F238E27FC236}">
                <a16:creationId xmlns:a16="http://schemas.microsoft.com/office/drawing/2014/main" id="{6E89BE3D-33B5-48D1-AEB5-7F264F25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924550"/>
            <a:ext cx="1524000" cy="666750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Plan  -  UX</a:t>
            </a:r>
          </a:p>
          <a:p xmlns:a="http://schemas.openxmlformats.org/drawingml/2006/main">
            <a:pPr algn="ctr">
              <a:defRPr sz="1500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QA   -  Build</a:t>
            </a:r>
          </a:p>
        </p:txBody>
      </p:sp>
      <p:sp>
        <p:nvSpPr>
          <p:cNvPr id="20" name="social-a3">
            <a:extLst xmlns:a="http://schemas.openxmlformats.org/drawingml/2006/main">
              <a:ext uri="{FF2B5EF4-FFF2-40B4-BE49-F238E27FC236}">
                <a16:creationId xmlns:a16="http://schemas.microsoft.com/office/drawing/2014/main" id="{FD09CE8E-3E15-4BFF-9465-8082166A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72150"/>
            <a:ext cx="666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cial-gate-card">
            <a:extLst xmlns:a="http://schemas.openxmlformats.org/drawingml/2006/main">
              <a:ext uri="{FF2B5EF4-FFF2-40B4-BE49-F238E27FC236}">
                <a16:creationId xmlns:a16="http://schemas.microsoft.com/office/drawing/2014/main" id="{132CB1A0-4BE5-4FF5-A3EF-16345CF7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34000"/>
            <a:ext cx="2000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9EB"/>
          </a:solidFill>
          <a:ln xmlns:a="http://schemas.openxmlformats.org/drawingml/2006/main" w="19050">
            <a:solidFill>
              <a:srgbClr val="C9922E"/>
            </a:solidFill>
            <a:prstDash val="solid"/>
          </a:ln>
        </p:spPr>
      </p:sp>
      <p:sp>
        <p:nvSpPr>
          <p:cNvPr id="22" name="badge-3">
            <a:extLst xmlns:a="http://schemas.openxmlformats.org/drawingml/2006/main">
              <a:ext uri="{FF2B5EF4-FFF2-40B4-BE49-F238E27FC236}">
                <a16:creationId xmlns:a16="http://schemas.microsoft.com/office/drawing/2014/main" id="{894A9DD8-27CF-4297-A1FB-196933E0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46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dge-3-text">
            <a:extLst xmlns:a="http://schemas.openxmlformats.org/drawingml/2006/main">
              <a:ext uri="{FF2B5EF4-FFF2-40B4-BE49-F238E27FC236}">
                <a16:creationId xmlns:a16="http://schemas.microsoft.com/office/drawing/2014/main" id="{7B2B3FFE-D5FC-4C0B-B5C2-81C5FF69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55340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social-gate-title">
            <a:extLst xmlns:a="http://schemas.openxmlformats.org/drawingml/2006/main">
              <a:ext uri="{FF2B5EF4-FFF2-40B4-BE49-F238E27FC236}">
                <a16:creationId xmlns:a16="http://schemas.microsoft.com/office/drawing/2014/main" id="{DAE69729-C552-475D-92DD-F65CC3A0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924550"/>
            <a:ext cx="1504950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Quality</a:t>
            </a:r>
          </a:p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5" name="social-a4">
            <a:extLst xmlns:a="http://schemas.openxmlformats.org/drawingml/2006/main">
              <a:ext uri="{FF2B5EF4-FFF2-40B4-BE49-F238E27FC236}">
                <a16:creationId xmlns:a16="http://schemas.microsoft.com/office/drawing/2014/main" id="{A2597CA2-643A-4329-AB1D-E2440EC9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772150"/>
            <a:ext cx="666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ocial-result">
            <a:extLst xmlns:a="http://schemas.openxmlformats.org/drawingml/2006/main">
              <a:ext uri="{FF2B5EF4-FFF2-40B4-BE49-F238E27FC236}">
                <a16:creationId xmlns:a16="http://schemas.microsoft.com/office/drawing/2014/main" id="{F8CEB583-BF38-47E3-829D-70CB2701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334000"/>
            <a:ext cx="1809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DE4"/>
            </a:solidFill>
            <a:prstDash val="solid"/>
          </a:ln>
        </p:spPr>
      </p:sp>
      <p:sp>
        <p:nvSpPr>
          <p:cNvPr id="27" name="social-result-text">
            <a:extLst xmlns:a="http://schemas.openxmlformats.org/drawingml/2006/main">
              <a:ext uri="{FF2B5EF4-FFF2-40B4-BE49-F238E27FC236}">
                <a16:creationId xmlns:a16="http://schemas.microsoft.com/office/drawing/2014/main" id="{6BEBBBAC-E7B2-43B7-A399-4E7A3657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695950"/>
            <a:ext cx="1123950" cy="704850"/>
          </a:xfrm>
          <a:prstGeom xmlns:a="http://schemas.openxmlformats.org/drawingml/2006/main" prst="roundRect">
            <a:avLst>
              <a:gd name="adj" fmla="val 216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Clean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8" name="social-footer">
            <a:extLst xmlns:a="http://schemas.openxmlformats.org/drawingml/2006/main">
              <a:ext uri="{FF2B5EF4-FFF2-40B4-BE49-F238E27FC236}">
                <a16:creationId xmlns:a16="http://schemas.microsoft.com/office/drawing/2014/main" id="{D20438DA-647D-4E87-AADE-11B6978F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286750"/>
            <a:ext cx="514350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policani.net/resources.html#ai-tools</a:t>
            </a:r>
          </a:p>
        </p:txBody>
      </p:sp>
    </p:spTree>
    <p:extLst>
      <p:ext uri="{BB962C8B-B14F-4D97-AF65-F5344CB8AC3E}">
        <p14:creationId xmlns:p14="http://schemas.microsoft.com/office/powerpoint/2010/main" val="1806055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2026-06-17T19:38:07.4450000Z</dcterms:created>
  <dcterms:modified xsi:type="dcterms:W3CDTF">2026-06-17T19:38:07.4450000Z</dcterms:modified>
</coreProperties>
</file>