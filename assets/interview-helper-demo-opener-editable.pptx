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8cc0457b234a58" /><Relationship Type="http://schemas.openxmlformats.org/officeDocument/2006/relationships/extended-properties" Target="/docProps/app.xml" Id="R8ade5ce3ec734f79" /><Relationship Type="http://schemas.openxmlformats.org/officeDocument/2006/relationships/officeDocument" Target="/ppt/presentation.xml" Id="Rc2a17e55ad62471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35340cb0784073"/>
  </p:sldMasterIdLst>
  <p:notesMasterIdLst>
    <p:notesMasterId xmlns:r="http://schemas.openxmlformats.org/officeDocument/2006/relationships" r:id="R7d84165d02bb4447"/>
  </p:notesMasterIdLst>
  <p:sldIdLst>
    <p:sldId xmlns:r="http://schemas.openxmlformats.org/officeDocument/2006/relationships" id="256" r:id="Rd5b01a360ad34ce6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4ec73ed0184df5" /><Relationship Type="http://schemas.openxmlformats.org/officeDocument/2006/relationships/slideMaster" Target="/ppt/slideMasters/slideMaster1.xml" Id="R5135340cb0784073" /><Relationship Type="http://schemas.openxmlformats.org/officeDocument/2006/relationships/notesMaster" Target="/ppt/notesMasters/notesMaster1.xml" Id="R7d84165d02bb4447" /><Relationship Type="http://schemas.openxmlformats.org/officeDocument/2006/relationships/presProps" Target="/ppt/presProps.xml" Id="R230b7c8700174d84" /><Relationship Type="http://schemas.openxmlformats.org/officeDocument/2006/relationships/tableStyles" Target="/ppt/tableStyles.xml" Id="R27805cfc1a4541a1" /><Relationship Type="http://schemas.openxmlformats.org/officeDocument/2006/relationships/slide" Target="/ppt/slides/slide1.xml" Id="Rd5b01a360ad34c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88a3a2c7db46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09cc4e16c340f4" /><Relationship Type="http://schemas.openxmlformats.org/officeDocument/2006/relationships/notesMaster" Target="/ppt/notesMasters/notesMaster1.xml" Id="R1685fa0a0a2f4f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3356238d0e4f2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8ba03f376543e2" /><Relationship Type="http://schemas.openxmlformats.org/officeDocument/2006/relationships/slideLayout" Target="/ppt/slideLayouts/slideLayout1.xml" Id="R415c5351bab240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5c5351bab240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541602b5f4c49" /><Relationship Type="http://schemas.openxmlformats.org/officeDocument/2006/relationships/notesSlide" Target="/ppt/notesSlides/notesSlide1.xml" Id="R13845f04cb7f41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E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outer-card">
            <a:extLst xmlns:a="http://schemas.openxmlformats.org/drawingml/2006/main">
              <a:ext uri="{FF2B5EF4-FFF2-40B4-BE49-F238E27FC236}">
                <a16:creationId xmlns:a16="http://schemas.microsoft.com/office/drawing/2014/main" id="{8EC1F053-6DEF-4395-A393-31291B4F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7068800" cy="9067800"/>
          </a:xfrm>
          <a:prstGeom xmlns:a="http://schemas.openxmlformats.org/drawingml/2006/main" prst="roundRect">
            <a:avLst>
              <a:gd name="adj" fmla="val 16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E4E9"/>
            </a:solidFill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4CCB6D81-0C46-432A-8437-D9E58C67F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38250"/>
            <a:ext cx="5334000" cy="400050"/>
          </a:xfrm>
          <a:prstGeom xmlns:a="http://schemas.openxmlformats.org/drawingml/2006/main" prst="roundRect">
            <a:avLst>
              <a:gd name="adj" fmla="val 3809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5717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55717F"/>
                </a:solidFill>
                <a:latin typeface="Aptos"/>
                <a:ea typeface="Aptos"/>
                <a:cs typeface="Aptos"/>
              </a:rPr>
              <a:t>INTERVIEW HELPER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5363F3-88BA-4850-BCC9-E53F6BC0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47875"/>
            <a:ext cx="9715500" cy="1524000"/>
          </a:xfrm>
          <a:prstGeom xmlns:a="http://schemas.openxmlformats.org/drawingml/2006/main" prst="roundRect">
            <a:avLst>
              <a:gd name="adj" fmla="val 1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Private coaching from</a:t>
            </a:r>
          </a:p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defRPr>
            </a:pPr>
            <a:r>
              <a:rPr sz="5100" b="1">
                <a:solidFill>
                  <a:srgbClr val="111827"/>
                </a:solidFill>
                <a:latin typeface="Aptos Display"/>
                <a:ea typeface="Aptos Display"/>
                <a:cs typeface="Aptos Display"/>
              </a:rPr>
              <a:t>the evidence you prepared.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2FB4EE70-A943-47FD-BA8C-5869192C9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095750"/>
            <a:ext cx="10001250" cy="876300"/>
          </a:xfrm>
          <a:prstGeom xmlns:a="http://schemas.openxmlformats.org/drawingml/2006/main" prst="roundRect">
            <a:avLst>
              <a:gd name="adj" fmla="val 1739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The app listens, matches interview questions to your Story Log,</a:t>
            </a:r>
          </a:p>
          <a:p xmlns:a="http://schemas.openxmlformats.org/drawingml/2006/main">
            <a:pPr algn="l">
              <a:defRPr sz="2400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and stays quiet when your notes do not support an answer.</a:t>
            </a:r>
          </a:p>
        </p:txBody>
      </p:sp>
      <p:sp>
        <p:nvSpPr>
          <p:cNvPr id="5" name="callout">
            <a:extLst xmlns:a="http://schemas.openxmlformats.org/drawingml/2006/main">
              <a:ext uri="{FF2B5EF4-FFF2-40B4-BE49-F238E27FC236}">
                <a16:creationId xmlns:a16="http://schemas.microsoft.com/office/drawing/2014/main" id="{66BD67A6-0751-47C3-9829-26D3EDC2F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314450"/>
            <a:ext cx="4171950" cy="2286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6" name="callout-title">
            <a:extLst xmlns:a="http://schemas.openxmlformats.org/drawingml/2006/main">
              <a:ext uri="{FF2B5EF4-FFF2-40B4-BE49-F238E27FC236}">
                <a16:creationId xmlns:a16="http://schemas.microsoft.com/office/drawing/2014/main" id="{C0D78003-1AF3-4A31-A67D-D6FD4334F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150" y="1733550"/>
            <a:ext cx="304800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Selling point</a:t>
            </a:r>
          </a:p>
        </p:txBody>
      </p:sp>
      <p:sp>
        <p:nvSpPr>
          <p:cNvPr id="7" name="callout-0-dot">
            <a:extLst xmlns:a="http://schemas.openxmlformats.org/drawingml/2006/main">
              <a:ext uri="{FF2B5EF4-FFF2-40B4-BE49-F238E27FC236}">
                <a16:creationId xmlns:a16="http://schemas.microsoft.com/office/drawing/2014/main" id="{47DC9CFE-3F76-4420-818D-750CE02DA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371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llout-0-text">
            <a:extLst xmlns:a="http://schemas.openxmlformats.org/drawingml/2006/main">
              <a:ext uri="{FF2B5EF4-FFF2-40B4-BE49-F238E27FC236}">
                <a16:creationId xmlns:a16="http://schemas.microsoft.com/office/drawing/2014/main" id="{A91DF088-2B78-4073-B8C3-B03B60E79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2324100"/>
            <a:ext cx="333375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You prepare the evidence.</a:t>
            </a:r>
          </a:p>
        </p:txBody>
      </p:sp>
      <p:sp>
        <p:nvSpPr>
          <p:cNvPr id="9" name="callout-1-dot">
            <a:extLst xmlns:a="http://schemas.openxmlformats.org/drawingml/2006/main">
              <a:ext uri="{FF2B5EF4-FFF2-40B4-BE49-F238E27FC236}">
                <a16:creationId xmlns:a16="http://schemas.microsoft.com/office/drawing/2014/main" id="{C47A5FAC-EC18-46E8-9019-148F243A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2781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llout-1-text">
            <a:extLst xmlns:a="http://schemas.openxmlformats.org/drawingml/2006/main">
              <a:ext uri="{FF2B5EF4-FFF2-40B4-BE49-F238E27FC236}">
                <a16:creationId xmlns:a16="http://schemas.microsoft.com/office/drawing/2014/main" id="{0A7C9D87-1DFA-4705-B059-954FB974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2733675"/>
            <a:ext cx="333375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Only you see the coaching.</a:t>
            </a:r>
          </a:p>
        </p:txBody>
      </p:sp>
      <p:sp>
        <p:nvSpPr>
          <p:cNvPr id="11" name="callout-2-dot">
            <a:extLst xmlns:a="http://schemas.openxmlformats.org/drawingml/2006/main">
              <a:ext uri="{FF2B5EF4-FFF2-40B4-BE49-F238E27FC236}">
                <a16:creationId xmlns:a16="http://schemas.microsoft.com/office/drawing/2014/main" id="{907E32B5-FE61-454B-BFBD-6753C9C2D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100" y="3190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allout-2-text">
            <a:extLst xmlns:a="http://schemas.openxmlformats.org/drawingml/2006/main">
              <a:ext uri="{FF2B5EF4-FFF2-40B4-BE49-F238E27FC236}">
                <a16:creationId xmlns:a16="http://schemas.microsoft.com/office/drawing/2014/main" id="{EBE2F2F7-A306-4FF3-AE29-AACCCE3E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3143250"/>
            <a:ext cx="3333750" cy="38100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No invented answers.</a:t>
            </a:r>
          </a:p>
        </p:txBody>
      </p:sp>
      <p:sp>
        <p:nvSpPr>
          <p:cNvPr id="13" name="lane-before">
            <a:extLst xmlns:a="http://schemas.openxmlformats.org/drawingml/2006/main">
              <a:ext uri="{FF2B5EF4-FFF2-40B4-BE49-F238E27FC236}">
                <a16:creationId xmlns:a16="http://schemas.microsoft.com/office/drawing/2014/main" id="{F6F12053-D28A-43B1-87AD-F5EA153E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15000"/>
            <a:ext cx="44767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14" name="lane-before-title">
            <a:extLst xmlns:a="http://schemas.openxmlformats.org/drawingml/2006/main">
              <a:ext uri="{FF2B5EF4-FFF2-40B4-BE49-F238E27FC236}">
                <a16:creationId xmlns:a16="http://schemas.microsoft.com/office/drawing/2014/main" id="{14AC4A60-F4CA-445E-89D9-B56F67F7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62650"/>
            <a:ext cx="24765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717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717F"/>
                </a:solidFill>
                <a:latin typeface="Aptos"/>
                <a:ea typeface="Aptos"/>
                <a:cs typeface="Aptos"/>
              </a:rPr>
              <a:t>BEFORE THE CALL</a:t>
            </a:r>
          </a:p>
        </p:txBody>
      </p:sp>
      <p:sp>
        <p:nvSpPr>
          <p:cNvPr id="15" name="prepare-card">
            <a:extLst xmlns:a="http://schemas.openxmlformats.org/drawingml/2006/main">
              <a:ext uri="{FF2B5EF4-FFF2-40B4-BE49-F238E27FC236}">
                <a16:creationId xmlns:a16="http://schemas.microsoft.com/office/drawing/2014/main" id="{1BF2767E-8ABE-4A1A-A89A-789C28F0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6438900"/>
            <a:ext cx="1714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DE4"/>
            </a:solidFill>
            <a:prstDash val="solid"/>
          </a:ln>
        </p:spPr>
      </p:sp>
      <p:sp>
        <p:nvSpPr>
          <p:cNvPr id="16" name="badge-1">
            <a:extLst xmlns:a="http://schemas.openxmlformats.org/drawingml/2006/main">
              <a:ext uri="{FF2B5EF4-FFF2-40B4-BE49-F238E27FC236}">
                <a16:creationId xmlns:a16="http://schemas.microsoft.com/office/drawing/2014/main" id="{75480EE3-0905-43E6-BDA9-CA0DC0A31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572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badge-1-text">
            <a:extLst xmlns:a="http://schemas.openxmlformats.org/drawingml/2006/main">
              <a:ext uri="{FF2B5EF4-FFF2-40B4-BE49-F238E27FC236}">
                <a16:creationId xmlns:a16="http://schemas.microsoft.com/office/drawing/2014/main" id="{FE8336D5-502C-40DA-AD04-F6B8B2CC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6638925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8" name="prepare-title">
            <a:extLst xmlns:a="http://schemas.openxmlformats.org/drawingml/2006/main">
              <a:ext uri="{FF2B5EF4-FFF2-40B4-BE49-F238E27FC236}">
                <a16:creationId xmlns:a16="http://schemas.microsoft.com/office/drawing/2014/main" id="{F9D59AE3-00DB-4241-8F42-0D323AE5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7029450"/>
            <a:ext cx="1219200" cy="361950"/>
          </a:xfrm>
          <a:prstGeom xmlns:a="http://schemas.openxmlformats.org/drawingml/2006/main" prst="roundRect">
            <a:avLst>
              <a:gd name="adj" fmla="val 421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Prepare</a:t>
            </a:r>
          </a:p>
        </p:txBody>
      </p:sp>
      <p:sp>
        <p:nvSpPr>
          <p:cNvPr id="19" name="before-arrow">
            <a:extLst xmlns:a="http://schemas.openxmlformats.org/drawingml/2006/main">
              <a:ext uri="{FF2B5EF4-FFF2-40B4-BE49-F238E27FC236}">
                <a16:creationId xmlns:a16="http://schemas.microsoft.com/office/drawing/2014/main" id="{6A65BA79-CD99-4FB3-AD62-5AE01EC01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6858000"/>
            <a:ext cx="4572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story-log-card">
            <a:extLst xmlns:a="http://schemas.openxmlformats.org/drawingml/2006/main">
              <a:ext uri="{FF2B5EF4-FFF2-40B4-BE49-F238E27FC236}">
                <a16:creationId xmlns:a16="http://schemas.microsoft.com/office/drawing/2014/main" id="{FBAC810A-A952-49F0-AF54-946D7F9C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6438900"/>
            <a:ext cx="1666875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DE4"/>
            </a:solidFill>
            <a:prstDash val="solid"/>
          </a:ln>
        </p:spPr>
      </p:sp>
      <p:sp>
        <p:nvSpPr>
          <p:cNvPr id="21" name="badge-2">
            <a:extLst xmlns:a="http://schemas.openxmlformats.org/drawingml/2006/main">
              <a:ext uri="{FF2B5EF4-FFF2-40B4-BE49-F238E27FC236}">
                <a16:creationId xmlns:a16="http://schemas.microsoft.com/office/drawing/2014/main" id="{2185DB6F-5DDE-4DC5-ADE9-004CF1CF4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572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badge-2-text">
            <a:extLst xmlns:a="http://schemas.openxmlformats.org/drawingml/2006/main">
              <a:ext uri="{FF2B5EF4-FFF2-40B4-BE49-F238E27FC236}">
                <a16:creationId xmlns:a16="http://schemas.microsoft.com/office/drawing/2014/main" id="{89FF0CBE-4720-43E9-BD79-A1851F71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6638925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3" name="story-log-title">
            <a:extLst xmlns:a="http://schemas.openxmlformats.org/drawingml/2006/main">
              <a:ext uri="{FF2B5EF4-FFF2-40B4-BE49-F238E27FC236}">
                <a16:creationId xmlns:a16="http://schemas.microsoft.com/office/drawing/2014/main" id="{E55BF6BD-B37A-4DBD-A8EB-6CFC911A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7029450"/>
            <a:ext cx="1171575" cy="361950"/>
          </a:xfrm>
          <a:prstGeom xmlns:a="http://schemas.openxmlformats.org/drawingml/2006/main" prst="roundRect">
            <a:avLst>
              <a:gd name="adj" fmla="val 421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Story Log</a:t>
            </a:r>
          </a:p>
        </p:txBody>
      </p:sp>
      <p:sp>
        <p:nvSpPr>
          <p:cNvPr id="24" name="before-caption">
            <a:extLst xmlns:a="http://schemas.openxmlformats.org/drawingml/2006/main">
              <a:ext uri="{FF2B5EF4-FFF2-40B4-BE49-F238E27FC236}">
                <a16:creationId xmlns:a16="http://schemas.microsoft.com/office/drawing/2014/main" id="{4D38E494-6E6C-41AC-B7F0-D5183BEE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7753350"/>
            <a:ext cx="219075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Your source of truth</a:t>
            </a:r>
          </a:p>
        </p:txBody>
      </p:sp>
      <p:sp>
        <p:nvSpPr>
          <p:cNvPr id="25" name="before-to-during">
            <a:extLst xmlns:a="http://schemas.openxmlformats.org/drawingml/2006/main">
              <a:ext uri="{FF2B5EF4-FFF2-40B4-BE49-F238E27FC236}">
                <a16:creationId xmlns:a16="http://schemas.microsoft.com/office/drawing/2014/main" id="{049E3838-78AC-45E8-BB5A-9BA9E19FD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6781800"/>
            <a:ext cx="81915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ane-during">
            <a:extLst xmlns:a="http://schemas.openxmlformats.org/drawingml/2006/main">
              <a:ext uri="{FF2B5EF4-FFF2-40B4-BE49-F238E27FC236}">
                <a16:creationId xmlns:a16="http://schemas.microsoft.com/office/drawing/2014/main" id="{D30E5BD0-48F1-4799-B222-F56772B66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715000"/>
            <a:ext cx="4762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27" name="lane-during-title">
            <a:extLst xmlns:a="http://schemas.openxmlformats.org/drawingml/2006/main">
              <a:ext uri="{FF2B5EF4-FFF2-40B4-BE49-F238E27FC236}">
                <a16:creationId xmlns:a16="http://schemas.microsoft.com/office/drawing/2014/main" id="{579F4CF2-7F45-4628-BB25-D5A294DE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962650"/>
            <a:ext cx="247650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717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717F"/>
                </a:solidFill>
                <a:latin typeface="Aptos"/>
                <a:ea typeface="Aptos"/>
                <a:cs typeface="Aptos"/>
              </a:rPr>
              <a:t>DURING THE CALL</a:t>
            </a:r>
          </a:p>
        </p:txBody>
      </p:sp>
      <p:sp>
        <p:nvSpPr>
          <p:cNvPr id="28" name="listen-card">
            <a:extLst xmlns:a="http://schemas.openxmlformats.org/drawingml/2006/main">
              <a:ext uri="{FF2B5EF4-FFF2-40B4-BE49-F238E27FC236}">
                <a16:creationId xmlns:a16="http://schemas.microsoft.com/office/drawing/2014/main" id="{2E6F416D-4210-42EB-9372-B1FE4AAB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438900"/>
            <a:ext cx="17145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EDDE4"/>
            </a:solidFill>
            <a:prstDash val="solid"/>
          </a:ln>
        </p:spPr>
      </p:sp>
      <p:sp>
        <p:nvSpPr>
          <p:cNvPr id="29" name="badge-3">
            <a:extLst xmlns:a="http://schemas.openxmlformats.org/drawingml/2006/main">
              <a:ext uri="{FF2B5EF4-FFF2-40B4-BE49-F238E27FC236}">
                <a16:creationId xmlns:a16="http://schemas.microsoft.com/office/drawing/2014/main" id="{0409CDA8-244E-4D59-9D98-7180B409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6572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badge-3-text">
            <a:extLst xmlns:a="http://schemas.openxmlformats.org/drawingml/2006/main">
              <a:ext uri="{FF2B5EF4-FFF2-40B4-BE49-F238E27FC236}">
                <a16:creationId xmlns:a16="http://schemas.microsoft.com/office/drawing/2014/main" id="{3F3F0B10-71FD-4DAE-810B-23EDAE709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6638925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1" name="listen-title">
            <a:extLst xmlns:a="http://schemas.openxmlformats.org/drawingml/2006/main">
              <a:ext uri="{FF2B5EF4-FFF2-40B4-BE49-F238E27FC236}">
                <a16:creationId xmlns:a16="http://schemas.microsoft.com/office/drawing/2014/main" id="{34FA10C1-8D06-4E63-9EEB-30D01E7D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7029450"/>
            <a:ext cx="1219200" cy="361950"/>
          </a:xfrm>
          <a:prstGeom xmlns:a="http://schemas.openxmlformats.org/drawingml/2006/main" prst="roundRect">
            <a:avLst>
              <a:gd name="adj" fmla="val 421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Listen</a:t>
            </a:r>
          </a:p>
        </p:txBody>
      </p:sp>
      <p:sp>
        <p:nvSpPr>
          <p:cNvPr id="32" name="listen-to-match">
            <a:extLst xmlns:a="http://schemas.openxmlformats.org/drawingml/2006/main">
              <a:ext uri="{FF2B5EF4-FFF2-40B4-BE49-F238E27FC236}">
                <a16:creationId xmlns:a16="http://schemas.microsoft.com/office/drawing/2014/main" id="{A5C8C3CC-1FE1-4F39-ABC8-000D2C01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858000"/>
            <a:ext cx="457200" cy="3810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match-card">
            <a:extLst xmlns:a="http://schemas.openxmlformats.org/drawingml/2006/main">
              <a:ext uri="{FF2B5EF4-FFF2-40B4-BE49-F238E27FC236}">
                <a16:creationId xmlns:a16="http://schemas.microsoft.com/office/drawing/2014/main" id="{DD807739-99B7-4508-AA48-1D760AF7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6438900"/>
            <a:ext cx="19050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9EB"/>
          </a:solidFill>
          <a:ln xmlns:a="http://schemas.openxmlformats.org/drawingml/2006/main" w="19050">
            <a:solidFill>
              <a:srgbClr val="C9922E"/>
            </a:solidFill>
            <a:prstDash val="solid"/>
          </a:ln>
        </p:spPr>
      </p:sp>
      <p:sp>
        <p:nvSpPr>
          <p:cNvPr id="34" name="badge-4">
            <a:extLst xmlns:a="http://schemas.openxmlformats.org/drawingml/2006/main">
              <a:ext uri="{FF2B5EF4-FFF2-40B4-BE49-F238E27FC236}">
                <a16:creationId xmlns:a16="http://schemas.microsoft.com/office/drawing/2014/main" id="{27591571-337F-4DA7-B4D5-0F86A303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572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92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badge-4-text">
            <a:extLst xmlns:a="http://schemas.openxmlformats.org/drawingml/2006/main">
              <a:ext uri="{FF2B5EF4-FFF2-40B4-BE49-F238E27FC236}">
                <a16:creationId xmlns:a16="http://schemas.microsoft.com/office/drawing/2014/main" id="{38A5557C-73CF-45B8-81E8-826B1A2E4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6638925"/>
            <a:ext cx="247650" cy="2857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6" name="match-title">
            <a:extLst xmlns:a="http://schemas.openxmlformats.org/drawingml/2006/main">
              <a:ext uri="{FF2B5EF4-FFF2-40B4-BE49-F238E27FC236}">
                <a16:creationId xmlns:a16="http://schemas.microsoft.com/office/drawing/2014/main" id="{EFB3A453-21AD-49B5-9E7F-E826CB2D3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7029450"/>
            <a:ext cx="1409700" cy="361950"/>
          </a:xfrm>
          <a:prstGeom xmlns:a="http://schemas.openxmlformats.org/drawingml/2006/main" prst="roundRect">
            <a:avLst>
              <a:gd name="adj" fmla="val 4210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Match</a:t>
            </a:r>
          </a:p>
        </p:txBody>
      </p:sp>
      <p:sp>
        <p:nvSpPr>
          <p:cNvPr id="37" name="no-match-a">
            <a:extLst xmlns:a="http://schemas.openxmlformats.org/drawingml/2006/main">
              <a:ext uri="{FF2B5EF4-FFF2-40B4-BE49-F238E27FC236}">
                <a16:creationId xmlns:a16="http://schemas.microsoft.com/office/drawing/2014/main" id="{AF69D983-AE66-4F9F-AA61-79B383CF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86765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B8C2"/>
            </a:solidFill>
            <a:prstDash val="dash"/>
          </a:ln>
        </p:spPr>
      </p:sp>
      <p:sp>
        <p:nvSpPr>
          <p:cNvPr id="38" name="no-match-b">
            <a:extLst xmlns:a="http://schemas.openxmlformats.org/drawingml/2006/main">
              <a:ext uri="{FF2B5EF4-FFF2-40B4-BE49-F238E27FC236}">
                <a16:creationId xmlns:a16="http://schemas.microsoft.com/office/drawing/2014/main" id="{167DB8FB-E83F-44DD-91AD-ABBAE03E4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039100"/>
            <a:ext cx="-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B8C2"/>
            </a:solidFill>
            <a:prstDash val="dash"/>
          </a:ln>
        </p:spPr>
      </p:sp>
      <p:sp>
        <p:nvSpPr>
          <p:cNvPr id="39" name="no-match">
            <a:extLst xmlns:a="http://schemas.openxmlformats.org/drawingml/2006/main">
              <a:ext uri="{FF2B5EF4-FFF2-40B4-BE49-F238E27FC236}">
                <a16:creationId xmlns:a16="http://schemas.microsoft.com/office/drawing/2014/main" id="{20703D62-9761-43C4-A6B0-F066B01A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7905750"/>
            <a:ext cx="1905000" cy="24765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No match: stays quiet</a:t>
            </a:r>
          </a:p>
        </p:txBody>
      </p:sp>
      <p:sp>
        <p:nvSpPr>
          <p:cNvPr id="40" name="during-to-private">
            <a:extLst xmlns:a="http://schemas.openxmlformats.org/drawingml/2006/main">
              <a:ext uri="{FF2B5EF4-FFF2-40B4-BE49-F238E27FC236}">
                <a16:creationId xmlns:a16="http://schemas.microsoft.com/office/drawing/2014/main" id="{1A755F7C-D7DE-4B17-AB9A-55585E94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781800"/>
            <a:ext cx="81915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7F9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lane-private">
            <a:extLst xmlns:a="http://schemas.openxmlformats.org/drawingml/2006/main">
              <a:ext uri="{FF2B5EF4-FFF2-40B4-BE49-F238E27FC236}">
                <a16:creationId xmlns:a16="http://schemas.microsoft.com/office/drawing/2014/main" id="{64A7F76F-55CD-4FA3-92AA-69DD664A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5715000"/>
            <a:ext cx="405765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42" name="lane-private-title">
            <a:extLst xmlns:a="http://schemas.openxmlformats.org/drawingml/2006/main">
              <a:ext uri="{FF2B5EF4-FFF2-40B4-BE49-F238E27FC236}">
                <a16:creationId xmlns:a16="http://schemas.microsoft.com/office/drawing/2014/main" id="{4A74D8A7-2B77-4AED-B3D0-1B1EA9AA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700" y="5962650"/>
            <a:ext cx="2190750" cy="3048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5717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55717F"/>
                </a:solidFill>
                <a:latin typeface="Aptos"/>
                <a:ea typeface="Aptos"/>
                <a:cs typeface="Aptos"/>
              </a:rPr>
              <a:t>ONLY YOU SEE</a:t>
            </a:r>
          </a:p>
        </p:txBody>
      </p:sp>
      <p:sp>
        <p:nvSpPr>
          <p:cNvPr id="43" name="private-dark">
            <a:extLst xmlns:a="http://schemas.openxmlformats.org/drawingml/2006/main">
              <a:ext uri="{FF2B5EF4-FFF2-40B4-BE49-F238E27FC236}">
                <a16:creationId xmlns:a16="http://schemas.microsoft.com/office/drawing/2014/main" id="{F116C97F-1347-4BB7-B2C1-A63A735F1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6438900"/>
            <a:ext cx="3257550" cy="125730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111827"/>
            </a:solidFill>
            <a:prstDash val="solid"/>
          </a:ln>
        </p:spPr>
      </p:sp>
      <p:sp>
        <p:nvSpPr>
          <p:cNvPr id="44" name="private-left-rail">
            <a:extLst xmlns:a="http://schemas.openxmlformats.org/drawingml/2006/main">
              <a:ext uri="{FF2B5EF4-FFF2-40B4-BE49-F238E27FC236}">
                <a16:creationId xmlns:a16="http://schemas.microsoft.com/office/drawing/2014/main" id="{B56AB8AF-10EC-462C-85FE-47AC76010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3600" y="6648450"/>
            <a:ext cx="762000" cy="8382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63245"/>
          </a:solidFill>
          <a:ln xmlns:a="http://schemas.openxmlformats.org/drawingml/2006/main" w="19050">
            <a:solidFill>
              <a:srgbClr val="3D4A61"/>
            </a:solidFill>
            <a:prstDash val="solid"/>
          </a:ln>
        </p:spPr>
      </p:sp>
      <p:sp>
        <p:nvSpPr>
          <p:cNvPr id="45" name="private-right-rail">
            <a:extLst xmlns:a="http://schemas.openxmlformats.org/drawingml/2006/main">
              <a:ext uri="{FF2B5EF4-FFF2-40B4-BE49-F238E27FC236}">
                <a16:creationId xmlns:a16="http://schemas.microsoft.com/office/drawing/2014/main" id="{1134EEC0-6F43-4D47-821E-9057420B8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35150" y="6648450"/>
            <a:ext cx="16383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9050">
            <a:solidFill>
              <a:srgbClr val="D8E5EA"/>
            </a:solidFill>
            <a:prstDash val="solid"/>
          </a:ln>
        </p:spPr>
      </p:sp>
      <p:sp>
        <p:nvSpPr>
          <p:cNvPr id="46" name="private-overlay">
            <a:extLst xmlns:a="http://schemas.openxmlformats.org/drawingml/2006/main">
              <a:ext uri="{FF2B5EF4-FFF2-40B4-BE49-F238E27FC236}">
                <a16:creationId xmlns:a16="http://schemas.microsoft.com/office/drawing/2014/main" id="{5EB3BDA5-D3B2-4E49-B2CE-8D990BBE5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4700" y="6743700"/>
            <a:ext cx="1238250" cy="666750"/>
          </a:xfrm>
          <a:prstGeom xmlns:a="http://schemas.openxmlformats.org/drawingml/2006/main" prst="roundRect">
            <a:avLst>
              <a:gd name="adj" fmla="val 2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Private</a:t>
            </a:r>
          </a:p>
          <a:p xmlns:a="http://schemas.openxmlformats.org/drawingml/2006/main">
            <a:pPr algn="ctr">
              <a:defRPr sz="1875" b="1">
                <a:solidFill>
                  <a:srgbClr val="111827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827"/>
                </a:solidFill>
                <a:latin typeface="Aptos"/>
                <a:ea typeface="Aptos"/>
                <a:cs typeface="Aptos"/>
              </a:rPr>
              <a:t>overlay</a:t>
            </a:r>
          </a:p>
        </p:txBody>
      </p:sp>
      <p:sp>
        <p:nvSpPr>
          <p:cNvPr id="47" name="private-teal-line">
            <a:extLst xmlns:a="http://schemas.openxmlformats.org/drawingml/2006/main">
              <a:ext uri="{FF2B5EF4-FFF2-40B4-BE49-F238E27FC236}">
                <a16:creationId xmlns:a16="http://schemas.microsoft.com/office/drawing/2014/main" id="{D81EDF0D-55ED-47B2-A4A2-B6CEE67E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9950" y="7353300"/>
            <a:ext cx="10287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7F95"/>
          </a:solidFill>
          <a:ln xmlns:a="http://schemas.openxmlformats.org/drawingml/2006/main" w="19050">
            <a:solidFill>
              <a:srgbClr val="2F7F95"/>
            </a:solidFill>
            <a:prstDash val="solid"/>
          </a:ln>
        </p:spPr>
      </p:sp>
      <p:sp>
        <p:nvSpPr>
          <p:cNvPr id="48" name="private-caption">
            <a:extLst xmlns:a="http://schemas.openxmlformats.org/drawingml/2006/main">
              <a:ext uri="{FF2B5EF4-FFF2-40B4-BE49-F238E27FC236}">
                <a16:creationId xmlns:a16="http://schemas.microsoft.com/office/drawing/2014/main" id="{0DDF0A64-DDD0-42C5-A4FE-7B0BAFE2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7772400"/>
            <a:ext cx="2762250" cy="2667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536476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36476"/>
                </a:solidFill>
                <a:latin typeface="Aptos"/>
                <a:ea typeface="Aptos"/>
                <a:cs typeface="Aptos"/>
              </a:rPr>
              <a:t>Talking points, not a script</a:t>
            </a:r>
          </a:p>
        </p:txBody>
      </p:sp>
      <p:sp>
        <p:nvSpPr>
          <p:cNvPr id="4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6EF7297-76CA-4CDE-AC2D-038C5E6F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610600"/>
            <a:ext cx="12573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9FB8C2"/>
            </a:solidFill>
            <a:prstDash val="dash"/>
          </a:ln>
        </p:spPr>
      </p:sp>
      <p:sp>
        <p:nvSpPr>
          <p:cNvPr id="50" name="footer-left">
            <a:extLst xmlns:a="http://schemas.openxmlformats.org/drawingml/2006/main">
              <a:ext uri="{FF2B5EF4-FFF2-40B4-BE49-F238E27FC236}">
                <a16:creationId xmlns:a16="http://schemas.microsoft.com/office/drawing/2014/main" id="{E1DD5DC3-AEB4-4A54-A5BB-416B2CDA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8915400"/>
            <a:ext cx="5334000" cy="400050"/>
          </a:xfrm>
          <a:prstGeom xmlns:a="http://schemas.openxmlformats.org/drawingml/2006/main" prst="roundRect">
            <a:avLst>
              <a:gd name="adj" fmla="val 3809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policani.net/resources.html#resources</a:t>
            </a:r>
          </a:p>
        </p:txBody>
      </p:sp>
      <p:sp>
        <p:nvSpPr>
          <p:cNvPr id="51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9AEAD381-606B-4B5E-A294-66882BF1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915400"/>
            <a:ext cx="6572250" cy="400050"/>
          </a:xfrm>
          <a:prstGeom xmlns:a="http://schemas.openxmlformats.org/drawingml/2006/main" prst="roundRect">
            <a:avLst>
              <a:gd name="adj" fmla="val 3809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334B5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334B5B"/>
                </a:solidFill>
                <a:latin typeface="Aptos"/>
                <a:ea typeface="Aptos"/>
                <a:cs typeface="Aptos"/>
              </a:rPr>
              <a:t>No speaking. No typing. No invented answers.</a:t>
            </a:r>
          </a:p>
        </p:txBody>
      </p:sp>
    </p:spTree>
    <p:extLst>
      <p:ext uri="{BB962C8B-B14F-4D97-AF65-F5344CB8AC3E}">
        <p14:creationId xmlns:p14="http://schemas.microsoft.com/office/powerpoint/2010/main" val="954024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2026-06-17T19:38:08.8560000Z</dcterms:created>
  <dcterms:modified xsi:type="dcterms:W3CDTF">2026-06-17T19:38:08.8560000Z</dcterms:modified>
</coreProperties>
</file>